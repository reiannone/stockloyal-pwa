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8" r:id="rId2"/>
    <p:sldId id="261" r:id="rId3"/>
    <p:sldId id="262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56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599F1E-9F16-45A0-B7A4-8B1E1A3BA92C}" type="doc">
      <dgm:prSet loTypeId="urn:microsoft.com/office/officeart/2016/7/layout/ChevronBlockProcess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73B1238-7923-48C7-ABE9-FACBBB3832A7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Launch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10A1987A-D226-4C52-BA41-D89284095598}" type="parTrans" cxnId="{11829905-B4DB-4799-B4D3-03A24CCFFE19}">
      <dgm:prSet/>
      <dgm:spPr/>
      <dgm:t>
        <a:bodyPr/>
        <a:lstStyle/>
        <a:p>
          <a:endParaRPr lang="en-US" sz="1200"/>
        </a:p>
      </dgm:t>
    </dgm:pt>
    <dgm:pt modelId="{34E5E44F-CDAA-4BCB-B3F8-26B37AAAF740}" type="sibTrans" cxnId="{11829905-B4DB-4799-B4D3-03A24CCFFE19}">
      <dgm:prSet/>
      <dgm:spPr/>
      <dgm:t>
        <a:bodyPr/>
        <a:lstStyle/>
        <a:p>
          <a:endParaRPr lang="en-US" sz="1200"/>
        </a:p>
      </dgm:t>
    </dgm:pt>
    <dgm:pt modelId="{9E9DB2D8-3307-483E-A2F2-01A117A2DCD5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Eligible loyalty members gain access to StockLoyal
Minimum points and tier requirements enforced
Investment feature enabled within merchant program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0F2643D4-9D26-426A-AB3B-B5C89018B4A7}" type="parTrans" cxnId="{2DF53028-2A18-4F86-AE85-D630E6E4BC83}">
      <dgm:prSet/>
      <dgm:spPr/>
      <dgm:t>
        <a:bodyPr/>
        <a:lstStyle/>
        <a:p>
          <a:endParaRPr lang="en-US"/>
        </a:p>
      </dgm:t>
    </dgm:pt>
    <dgm:pt modelId="{699163D7-6CC3-453E-9CA1-63A0DC9C5BFF}" type="sibTrans" cxnId="{2DF53028-2A18-4F86-AE85-D630E6E4BC83}">
      <dgm:prSet/>
      <dgm:spPr/>
      <dgm:t>
        <a:bodyPr/>
        <a:lstStyle/>
        <a:p>
          <a:endParaRPr lang="en-US"/>
        </a:p>
      </dgm:t>
    </dgm:pt>
    <dgm:pt modelId="{65C0A787-3CC5-424D-B175-F3D9E5EB30A5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Member Profile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8614B48E-2955-49F5-B7E3-AC013072F50F}" type="parTrans" cxnId="{178FD743-A999-49B7-8E8E-01BC482ACB82}">
      <dgm:prSet/>
      <dgm:spPr/>
      <dgm:t>
        <a:bodyPr/>
        <a:lstStyle/>
        <a:p>
          <a:endParaRPr lang="en-US"/>
        </a:p>
      </dgm:t>
    </dgm:pt>
    <dgm:pt modelId="{BC45C334-BE47-47DF-8DD6-6211B4CA4C2A}" type="sibTrans" cxnId="{178FD743-A999-49B7-8E8E-01BC482ACB82}">
      <dgm:prSet/>
      <dgm:spPr/>
      <dgm:t>
        <a:bodyPr/>
        <a:lstStyle/>
        <a:p>
          <a:endParaRPr lang="en-US"/>
        </a:p>
      </dgm:t>
    </dgm:pt>
    <dgm:pt modelId="{40F8A7C4-B85F-4483-A26E-BB926800E492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Provide basic profile information
Upload profile photo (optional)
Personalize account and social features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89FF5F54-3575-41BC-85E1-F0CC2AB848D5}" type="parTrans" cxnId="{4965DBEC-D267-4755-B2B0-80DB81ACE87E}">
      <dgm:prSet/>
      <dgm:spPr/>
      <dgm:t>
        <a:bodyPr/>
        <a:lstStyle/>
        <a:p>
          <a:endParaRPr lang="en-US"/>
        </a:p>
      </dgm:t>
    </dgm:pt>
    <dgm:pt modelId="{DF0CF934-6E23-49C4-8EB9-5CD05FC322DE}" type="sibTrans" cxnId="{4965DBEC-D267-4755-B2B0-80DB81ACE87E}">
      <dgm:prSet/>
      <dgm:spPr/>
      <dgm:t>
        <a:bodyPr/>
        <a:lstStyle/>
        <a:p>
          <a:endParaRPr lang="en-US"/>
        </a:p>
      </dgm:t>
    </dgm:pt>
    <dgm:pt modelId="{FA5886CF-FD51-4E44-AD83-263774312FC7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Select Broker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1370997F-5624-48AD-A9B0-A4AE9C593577}" type="parTrans" cxnId="{F52D785F-7A52-4C0D-B31C-E4F49FDC23C2}">
      <dgm:prSet/>
      <dgm:spPr/>
      <dgm:t>
        <a:bodyPr/>
        <a:lstStyle/>
        <a:p>
          <a:endParaRPr lang="en-US"/>
        </a:p>
      </dgm:t>
    </dgm:pt>
    <dgm:pt modelId="{4745C1C1-D847-4A44-A276-F05D1976F4FF}" type="sibTrans" cxnId="{F52D785F-7A52-4C0D-B31C-E4F49FDC23C2}">
      <dgm:prSet/>
      <dgm:spPr/>
      <dgm:t>
        <a:bodyPr/>
        <a:lstStyle/>
        <a:p>
          <a:endParaRPr lang="en-US"/>
        </a:p>
      </dgm:t>
    </dgm:pt>
    <dgm:pt modelId="{6CEFB56B-185C-4498-A5CF-7F9FD774AEE9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Member must have an active brokerage account
Broker must support fractional shares
Member securely links broker credentials
Credentials are not visible to StockLoyal
Broker confirms account connection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54375097-F752-4D17-90DD-CAFC058A0687}" type="parTrans" cxnId="{065EF615-78EE-4E9F-9D4F-B710F30A5468}">
      <dgm:prSet/>
      <dgm:spPr/>
      <dgm:t>
        <a:bodyPr/>
        <a:lstStyle/>
        <a:p>
          <a:endParaRPr lang="en-US"/>
        </a:p>
      </dgm:t>
    </dgm:pt>
    <dgm:pt modelId="{86F3C468-B52D-4E75-93A5-B7C113152FDE}" type="sibTrans" cxnId="{065EF615-78EE-4E9F-9D4F-B710F30A5468}">
      <dgm:prSet/>
      <dgm:spPr/>
      <dgm:t>
        <a:bodyPr/>
        <a:lstStyle/>
        <a:p>
          <a:endParaRPr lang="en-US"/>
        </a:p>
      </dgm:t>
    </dgm:pt>
    <dgm:pt modelId="{EB07E3FC-8A45-42C4-AB09-4E42FB8C56F9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 dirty="0">
              <a:latin typeface="Calibri" panose="020F0502020204030204"/>
              <a:ea typeface="+mn-ea"/>
              <a:cs typeface="+mn-cs"/>
            </a:rPr>
            <a:t>Choose investment frequency:
</a:t>
          </a:r>
          <a:r>
            <a:rPr lang="en-US" sz="1050" b="1" dirty="0">
              <a:latin typeface="Calibri" panose="020F0502020204030204"/>
              <a:ea typeface="+mn-ea"/>
              <a:cs typeface="+mn-cs"/>
            </a:rPr>
            <a:t>One-Time</a:t>
          </a:r>
          <a:r>
            <a:rPr lang="en-US" sz="1050" dirty="0">
              <a:latin typeface="Calibri" panose="020F0502020204030204"/>
              <a:ea typeface="+mn-ea"/>
              <a:cs typeface="+mn-cs"/>
            </a:rPr>
            <a:t>, Basket executes once
Basket cleared after execution
</a:t>
          </a:r>
          <a:r>
            <a:rPr lang="en-US" sz="1050" b="1" dirty="0">
              <a:latin typeface="Calibri" panose="020F0502020204030204"/>
              <a:ea typeface="+mn-ea"/>
              <a:cs typeface="+mn-cs"/>
            </a:rPr>
            <a:t>Monthly</a:t>
          </a:r>
          <a:r>
            <a:rPr lang="en-US" sz="1050" dirty="0">
              <a:latin typeface="Calibri" panose="020F0502020204030204"/>
              <a:ea typeface="+mn-ea"/>
              <a:cs typeface="+mn-cs"/>
            </a:rPr>
            <a:t>, Recurring sweep process
Executes when sufficient points are available</a:t>
          </a:r>
        </a:p>
      </dgm:t>
    </dgm:pt>
    <dgm:pt modelId="{F9EAB302-310D-4814-BAC3-BFE4BF9D317C}" type="parTrans" cxnId="{5A3EE29B-ECB5-4A50-AE4F-DFB614874F55}">
      <dgm:prSet/>
      <dgm:spPr/>
      <dgm:t>
        <a:bodyPr/>
        <a:lstStyle/>
        <a:p>
          <a:endParaRPr lang="en-US"/>
        </a:p>
      </dgm:t>
    </dgm:pt>
    <dgm:pt modelId="{01038DEA-3A01-4463-BD06-FD921EFC8D17}" type="sibTrans" cxnId="{5A3EE29B-ECB5-4A50-AE4F-DFB614874F55}">
      <dgm:prSet/>
      <dgm:spPr/>
      <dgm:t>
        <a:bodyPr/>
        <a:lstStyle/>
        <a:p>
          <a:endParaRPr lang="en-US"/>
        </a:p>
      </dgm:t>
    </dgm:pt>
    <dgm:pt modelId="{579AB975-B118-4E07-A06C-6B86D69C20CE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Investment Election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CBEF76F3-2114-42EC-82B9-8B51B93AF6C5}" type="parTrans" cxnId="{A513A388-A9DD-4E46-A16F-8D5615FC35C9}">
      <dgm:prSet/>
      <dgm:spPr/>
      <dgm:t>
        <a:bodyPr/>
        <a:lstStyle/>
        <a:p>
          <a:endParaRPr lang="en-US"/>
        </a:p>
      </dgm:t>
    </dgm:pt>
    <dgm:pt modelId="{FAB715FC-A1E2-4E3B-B7DF-2987C12AD6C5}" type="sibTrans" cxnId="{A513A388-A9DD-4E46-A16F-8D5615FC35C9}">
      <dgm:prSet/>
      <dgm:spPr/>
      <dgm:t>
        <a:bodyPr/>
        <a:lstStyle/>
        <a:p>
          <a:endParaRPr lang="en-US"/>
        </a:p>
      </dgm:t>
    </dgm:pt>
    <dgm:pt modelId="{4E42D4CE-47D6-4454-9E07-F2CD751F7210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View available loyalty points
See cash-equivalent value (based on conversion rate)
Access transaction history
View order history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9746F7E6-44A0-41B2-9980-7A1612C78A13}" type="parTrans" cxnId="{47620875-9EB0-4F87-BCF9-95CFC78C0BA8}">
      <dgm:prSet/>
      <dgm:spPr/>
      <dgm:t>
        <a:bodyPr/>
        <a:lstStyle/>
        <a:p>
          <a:endParaRPr lang="en-US"/>
        </a:p>
      </dgm:t>
    </dgm:pt>
    <dgm:pt modelId="{9230709E-2B60-4E94-A167-15C747583E3D}" type="sibTrans" cxnId="{47620875-9EB0-4F87-BCF9-95CFC78C0BA8}">
      <dgm:prSet/>
      <dgm:spPr/>
      <dgm:t>
        <a:bodyPr/>
        <a:lstStyle/>
        <a:p>
          <a:endParaRPr lang="en-US"/>
        </a:p>
      </dgm:t>
    </dgm:pt>
    <dgm:pt modelId="{164F22A5-762B-4FAC-82CC-896C3F74798E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Wallet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8324E632-0A8F-4035-AE1A-5ACA9F50D783}" type="parTrans" cxnId="{B300C668-58B2-4014-990A-62942B0BADF5}">
      <dgm:prSet/>
      <dgm:spPr/>
      <dgm:t>
        <a:bodyPr/>
        <a:lstStyle/>
        <a:p>
          <a:endParaRPr lang="en-US"/>
        </a:p>
      </dgm:t>
    </dgm:pt>
    <dgm:pt modelId="{CBC65CAE-3706-4222-8653-7113C9BF480F}" type="sibTrans" cxnId="{B300C668-58B2-4014-990A-62942B0BADF5}">
      <dgm:prSet/>
      <dgm:spPr/>
      <dgm:t>
        <a:bodyPr/>
        <a:lstStyle/>
        <a:p>
          <a:endParaRPr lang="en-US"/>
        </a:p>
      </dgm:t>
    </dgm:pt>
    <dgm:pt modelId="{348C582F-8163-4F5D-9501-FA6406CC6B50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Browse categories or search securities
Add stocks/ETFs to personal Basket
Orders executed through linked broker
Basket saved for future sweeps (monthly members)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013A87C2-3F1B-4B75-BAF7-68BC40DD3852}" type="parTrans" cxnId="{E97B8D70-59FD-4A38-80CF-36DD5132673B}">
      <dgm:prSet/>
      <dgm:spPr/>
      <dgm:t>
        <a:bodyPr/>
        <a:lstStyle/>
        <a:p>
          <a:endParaRPr lang="en-US"/>
        </a:p>
      </dgm:t>
    </dgm:pt>
    <dgm:pt modelId="{8F975E85-664D-4E83-B204-FCC6DE8DA795}" type="sibTrans" cxnId="{E97B8D70-59FD-4A38-80CF-36DD5132673B}">
      <dgm:prSet/>
      <dgm:spPr/>
      <dgm:t>
        <a:bodyPr/>
        <a:lstStyle/>
        <a:p>
          <a:endParaRPr lang="en-US"/>
        </a:p>
      </dgm:t>
    </dgm:pt>
    <dgm:pt modelId="{4B04FD52-8375-479F-80D5-E92F785095E6}">
      <dgm:prSet phldrT="[Text]" phldr="0" custT="1"/>
      <dgm:spPr>
        <a:xfrm>
          <a:off x="4688" y="169"/>
          <a:ext cx="1156866" cy="347059"/>
        </a:xfrm>
      </dgm:spPr>
      <dgm:t>
        <a:bodyPr/>
        <a:lstStyle/>
        <a:p>
          <a:pPr>
            <a:buNone/>
          </a:pPr>
          <a:r>
            <a:rPr lang="en-US" sz="1050">
              <a:latin typeface="Calibri" panose="020F0502020204030204"/>
              <a:ea typeface="+mn-ea"/>
              <a:cs typeface="+mn-cs"/>
            </a:rPr>
            <a:t>Stock Picker</a:t>
          </a:r>
          <a:endParaRPr lang="en-US" sz="1050" dirty="0">
            <a:latin typeface="Calibri" panose="020F0502020204030204"/>
            <a:ea typeface="+mn-ea"/>
            <a:cs typeface="+mn-cs"/>
          </a:endParaRPr>
        </a:p>
      </dgm:t>
    </dgm:pt>
    <dgm:pt modelId="{1C62A4A5-3A94-4795-B21B-171B9ED3AA83}" type="parTrans" cxnId="{CAD5585D-A026-4A17-BAB0-5DE75B595895}">
      <dgm:prSet/>
      <dgm:spPr/>
      <dgm:t>
        <a:bodyPr/>
        <a:lstStyle/>
        <a:p>
          <a:endParaRPr lang="en-US"/>
        </a:p>
      </dgm:t>
    </dgm:pt>
    <dgm:pt modelId="{524C66BA-2E8F-42C5-A6DD-EEC623EADEE4}" type="sibTrans" cxnId="{CAD5585D-A026-4A17-BAB0-5DE75B595895}">
      <dgm:prSet/>
      <dgm:spPr/>
      <dgm:t>
        <a:bodyPr/>
        <a:lstStyle/>
        <a:p>
          <a:endParaRPr lang="en-US"/>
        </a:p>
      </dgm:t>
    </dgm:pt>
    <dgm:pt modelId="{D76D8A39-AFAB-4590-9ADA-70A843A078E6}" type="pres">
      <dgm:prSet presAssocID="{54599F1E-9F16-45A0-B7A4-8B1E1A3BA92C}" presName="Name0" presStyleCnt="0">
        <dgm:presLayoutVars>
          <dgm:dir/>
          <dgm:animLvl val="lvl"/>
          <dgm:resizeHandles val="exact"/>
        </dgm:presLayoutVars>
      </dgm:prSet>
      <dgm:spPr/>
    </dgm:pt>
    <dgm:pt modelId="{CB6424A0-B346-4473-A5EC-B6CE292A004A}" type="pres">
      <dgm:prSet presAssocID="{B73B1238-7923-48C7-ABE9-FACBBB3832A7}" presName="composite" presStyleCnt="0"/>
      <dgm:spPr/>
    </dgm:pt>
    <dgm:pt modelId="{8EF171A3-6EBD-4520-9D64-FD9F390E1F97}" type="pres">
      <dgm:prSet presAssocID="{B73B1238-7923-48C7-ABE9-FACBBB3832A7}" presName="parTx" presStyleLbl="alignNode1" presStyleIdx="0" presStyleCnt="6">
        <dgm:presLayoutVars>
          <dgm:chMax val="0"/>
          <dgm:chPref val="0"/>
        </dgm:presLayoutVars>
      </dgm:prSet>
      <dgm:spPr>
        <a:prstGeom prst="chevron">
          <a:avLst>
            <a:gd name="adj" fmla="val 30000"/>
          </a:avLst>
        </a:prstGeom>
      </dgm:spPr>
    </dgm:pt>
    <dgm:pt modelId="{20D96762-97A0-470C-9FBB-632E6E27EFE9}" type="pres">
      <dgm:prSet presAssocID="{B73B1238-7923-48C7-ABE9-FACBBB3832A7}" presName="desTx" presStyleLbl="alignAccFollowNode1" presStyleIdx="0" presStyleCnt="6">
        <dgm:presLayoutVars/>
      </dgm:prSet>
      <dgm:spPr>
        <a:prstGeom prst="rect">
          <a:avLst/>
        </a:prstGeom>
      </dgm:spPr>
    </dgm:pt>
    <dgm:pt modelId="{A0D78A87-978D-4F60-8D80-3E972265E049}" type="pres">
      <dgm:prSet presAssocID="{34E5E44F-CDAA-4BCB-B3F8-26B37AAAF740}" presName="space" presStyleCnt="0"/>
      <dgm:spPr/>
    </dgm:pt>
    <dgm:pt modelId="{7DE0A340-A41F-4F07-8CDC-E5A799487704}" type="pres">
      <dgm:prSet presAssocID="{65C0A787-3CC5-424D-B175-F3D9E5EB30A5}" presName="composite" presStyleCnt="0"/>
      <dgm:spPr/>
    </dgm:pt>
    <dgm:pt modelId="{D734C0BC-C5A2-448A-BBF1-3B965B1DC6C5}" type="pres">
      <dgm:prSet presAssocID="{65C0A787-3CC5-424D-B175-F3D9E5EB30A5}" presName="parTx" presStyleLbl="alignNode1" presStyleIdx="1" presStyleCnt="6">
        <dgm:presLayoutVars>
          <dgm:chMax val="0"/>
          <dgm:chPref val="0"/>
        </dgm:presLayoutVars>
      </dgm:prSet>
      <dgm:spPr/>
    </dgm:pt>
    <dgm:pt modelId="{1560CEEF-876F-42DB-8CFB-DEF1FD76DDCA}" type="pres">
      <dgm:prSet presAssocID="{65C0A787-3CC5-424D-B175-F3D9E5EB30A5}" presName="desTx" presStyleLbl="alignAccFollowNode1" presStyleIdx="1" presStyleCnt="6">
        <dgm:presLayoutVars/>
      </dgm:prSet>
      <dgm:spPr/>
    </dgm:pt>
    <dgm:pt modelId="{43CBCE8C-F959-43F9-A5BE-0761AAA1DDC7}" type="pres">
      <dgm:prSet presAssocID="{BC45C334-BE47-47DF-8DD6-6211B4CA4C2A}" presName="space" presStyleCnt="0"/>
      <dgm:spPr/>
    </dgm:pt>
    <dgm:pt modelId="{0FD9C0F9-E93A-4955-9282-CECCC2AEC547}" type="pres">
      <dgm:prSet presAssocID="{FA5886CF-FD51-4E44-AD83-263774312FC7}" presName="composite" presStyleCnt="0"/>
      <dgm:spPr/>
    </dgm:pt>
    <dgm:pt modelId="{ADA6F0ED-BC77-443B-9E78-C088A566B8B3}" type="pres">
      <dgm:prSet presAssocID="{FA5886CF-FD51-4E44-AD83-263774312FC7}" presName="parTx" presStyleLbl="alignNode1" presStyleIdx="2" presStyleCnt="6">
        <dgm:presLayoutVars>
          <dgm:chMax val="0"/>
          <dgm:chPref val="0"/>
        </dgm:presLayoutVars>
      </dgm:prSet>
      <dgm:spPr/>
    </dgm:pt>
    <dgm:pt modelId="{1A4602B5-3EA8-4E69-85C5-C39DCC9A1474}" type="pres">
      <dgm:prSet presAssocID="{FA5886CF-FD51-4E44-AD83-263774312FC7}" presName="desTx" presStyleLbl="alignAccFollowNode1" presStyleIdx="2" presStyleCnt="6">
        <dgm:presLayoutVars/>
      </dgm:prSet>
      <dgm:spPr/>
    </dgm:pt>
    <dgm:pt modelId="{7379480E-E044-4951-B491-CE8318F73F9A}" type="pres">
      <dgm:prSet presAssocID="{4745C1C1-D847-4A44-A276-F05D1976F4FF}" presName="space" presStyleCnt="0"/>
      <dgm:spPr/>
    </dgm:pt>
    <dgm:pt modelId="{551BBA4A-4A70-4B46-A27F-FA6EC5392F24}" type="pres">
      <dgm:prSet presAssocID="{579AB975-B118-4E07-A06C-6B86D69C20CE}" presName="composite" presStyleCnt="0"/>
      <dgm:spPr/>
    </dgm:pt>
    <dgm:pt modelId="{61C35897-B2D8-4CF8-8744-3D042E4148E4}" type="pres">
      <dgm:prSet presAssocID="{579AB975-B118-4E07-A06C-6B86D69C20CE}" presName="parTx" presStyleLbl="alignNode1" presStyleIdx="3" presStyleCnt="6">
        <dgm:presLayoutVars>
          <dgm:chMax val="0"/>
          <dgm:chPref val="0"/>
        </dgm:presLayoutVars>
      </dgm:prSet>
      <dgm:spPr/>
    </dgm:pt>
    <dgm:pt modelId="{02E8FB6B-C5B9-4806-B6A0-78B95474DA08}" type="pres">
      <dgm:prSet presAssocID="{579AB975-B118-4E07-A06C-6B86D69C20CE}" presName="desTx" presStyleLbl="alignAccFollowNode1" presStyleIdx="3" presStyleCnt="6">
        <dgm:presLayoutVars/>
      </dgm:prSet>
      <dgm:spPr/>
    </dgm:pt>
    <dgm:pt modelId="{101C216D-91BE-4D45-B559-F56C2FB989F9}" type="pres">
      <dgm:prSet presAssocID="{FAB715FC-A1E2-4E3B-B7DF-2987C12AD6C5}" presName="space" presStyleCnt="0"/>
      <dgm:spPr/>
    </dgm:pt>
    <dgm:pt modelId="{4B39860A-E013-4F37-A973-5081EEF8809F}" type="pres">
      <dgm:prSet presAssocID="{164F22A5-762B-4FAC-82CC-896C3F74798E}" presName="composite" presStyleCnt="0"/>
      <dgm:spPr/>
    </dgm:pt>
    <dgm:pt modelId="{8F47454C-CD4C-43AA-BAB1-888AE39FB8AE}" type="pres">
      <dgm:prSet presAssocID="{164F22A5-762B-4FAC-82CC-896C3F74798E}" presName="parTx" presStyleLbl="alignNode1" presStyleIdx="4" presStyleCnt="6">
        <dgm:presLayoutVars>
          <dgm:chMax val="0"/>
          <dgm:chPref val="0"/>
        </dgm:presLayoutVars>
      </dgm:prSet>
      <dgm:spPr/>
    </dgm:pt>
    <dgm:pt modelId="{9EDB14A2-2BFD-42AF-97CD-17AFAD327B51}" type="pres">
      <dgm:prSet presAssocID="{164F22A5-762B-4FAC-82CC-896C3F74798E}" presName="desTx" presStyleLbl="alignAccFollowNode1" presStyleIdx="4" presStyleCnt="6">
        <dgm:presLayoutVars/>
      </dgm:prSet>
      <dgm:spPr/>
    </dgm:pt>
    <dgm:pt modelId="{1765C3DA-065D-4DA8-8F2F-75721833DB02}" type="pres">
      <dgm:prSet presAssocID="{CBC65CAE-3706-4222-8653-7113C9BF480F}" presName="space" presStyleCnt="0"/>
      <dgm:spPr/>
    </dgm:pt>
    <dgm:pt modelId="{C2426B30-CBE6-45FF-811F-2CDA2EA8FA9E}" type="pres">
      <dgm:prSet presAssocID="{4B04FD52-8375-479F-80D5-E92F785095E6}" presName="composite" presStyleCnt="0"/>
      <dgm:spPr/>
    </dgm:pt>
    <dgm:pt modelId="{AC1B32DD-99DC-4BBC-B40E-D4107F6F543F}" type="pres">
      <dgm:prSet presAssocID="{4B04FD52-8375-479F-80D5-E92F785095E6}" presName="parTx" presStyleLbl="alignNode1" presStyleIdx="5" presStyleCnt="6">
        <dgm:presLayoutVars>
          <dgm:chMax val="0"/>
          <dgm:chPref val="0"/>
        </dgm:presLayoutVars>
      </dgm:prSet>
      <dgm:spPr/>
    </dgm:pt>
    <dgm:pt modelId="{F0BDEB79-6224-40E1-B161-50D34EB6FB66}" type="pres">
      <dgm:prSet presAssocID="{4B04FD52-8375-479F-80D5-E92F785095E6}" presName="desTx" presStyleLbl="alignAccFollowNode1" presStyleIdx="5" presStyleCnt="6">
        <dgm:presLayoutVars/>
      </dgm:prSet>
      <dgm:spPr/>
    </dgm:pt>
  </dgm:ptLst>
  <dgm:cxnLst>
    <dgm:cxn modelId="{11829905-B4DB-4799-B4D3-03A24CCFFE19}" srcId="{54599F1E-9F16-45A0-B7A4-8B1E1A3BA92C}" destId="{B73B1238-7923-48C7-ABE9-FACBBB3832A7}" srcOrd="0" destOrd="0" parTransId="{10A1987A-D226-4C52-BA41-D89284095598}" sibTransId="{34E5E44F-CDAA-4BCB-B3F8-26B37AAAF740}"/>
    <dgm:cxn modelId="{48465C0A-3FB0-42A2-BE9B-24128FD58321}" type="presOf" srcId="{54599F1E-9F16-45A0-B7A4-8B1E1A3BA92C}" destId="{D76D8A39-AFAB-4590-9ADA-70A843A078E6}" srcOrd="0" destOrd="0" presId="urn:microsoft.com/office/officeart/2016/7/layout/ChevronBlockProcess"/>
    <dgm:cxn modelId="{E3EFDD0D-A51A-450C-9C1E-7A497853EA6F}" type="presOf" srcId="{B73B1238-7923-48C7-ABE9-FACBBB3832A7}" destId="{8EF171A3-6EBD-4520-9D64-FD9F390E1F97}" srcOrd="0" destOrd="0" presId="urn:microsoft.com/office/officeart/2016/7/layout/ChevronBlockProcess"/>
    <dgm:cxn modelId="{48D6F810-FD6F-47B2-9254-4E34B74810A8}" type="presOf" srcId="{164F22A5-762B-4FAC-82CC-896C3F74798E}" destId="{8F47454C-CD4C-43AA-BAB1-888AE39FB8AE}" srcOrd="0" destOrd="0" presId="urn:microsoft.com/office/officeart/2016/7/layout/ChevronBlockProcess"/>
    <dgm:cxn modelId="{065EF615-78EE-4E9F-9D4F-B710F30A5468}" srcId="{FA5886CF-FD51-4E44-AD83-263774312FC7}" destId="{6CEFB56B-185C-4498-A5CF-7F9FD774AEE9}" srcOrd="0" destOrd="0" parTransId="{54375097-F752-4D17-90DD-CAFC058A0687}" sibTransId="{86F3C468-B52D-4E75-93A5-B7C113152FDE}"/>
    <dgm:cxn modelId="{2DF53028-2A18-4F86-AE85-D630E6E4BC83}" srcId="{B73B1238-7923-48C7-ABE9-FACBBB3832A7}" destId="{9E9DB2D8-3307-483E-A2F2-01A117A2DCD5}" srcOrd="0" destOrd="0" parTransId="{0F2643D4-9D26-426A-AB3B-B5C89018B4A7}" sibTransId="{699163D7-6CC3-453E-9CA1-63A0DC9C5BFF}"/>
    <dgm:cxn modelId="{A5A0872E-5832-48EE-8B92-A7EFF3B0702B}" type="presOf" srcId="{9E9DB2D8-3307-483E-A2F2-01A117A2DCD5}" destId="{20D96762-97A0-470C-9FBB-632E6E27EFE9}" srcOrd="0" destOrd="0" presId="urn:microsoft.com/office/officeart/2016/7/layout/ChevronBlockProcess"/>
    <dgm:cxn modelId="{280B5B32-9F62-4A35-AA1D-1B2996AB5D98}" type="presOf" srcId="{579AB975-B118-4E07-A06C-6B86D69C20CE}" destId="{61C35897-B2D8-4CF8-8744-3D042E4148E4}" srcOrd="0" destOrd="0" presId="urn:microsoft.com/office/officeart/2016/7/layout/ChevronBlockProcess"/>
    <dgm:cxn modelId="{CAD5585D-A026-4A17-BAB0-5DE75B595895}" srcId="{54599F1E-9F16-45A0-B7A4-8B1E1A3BA92C}" destId="{4B04FD52-8375-479F-80D5-E92F785095E6}" srcOrd="5" destOrd="0" parTransId="{1C62A4A5-3A94-4795-B21B-171B9ED3AA83}" sibTransId="{524C66BA-2E8F-42C5-A6DD-EEC623EADEE4}"/>
    <dgm:cxn modelId="{F52D785F-7A52-4C0D-B31C-E4F49FDC23C2}" srcId="{54599F1E-9F16-45A0-B7A4-8B1E1A3BA92C}" destId="{FA5886CF-FD51-4E44-AD83-263774312FC7}" srcOrd="2" destOrd="0" parTransId="{1370997F-5624-48AD-A9B0-A4AE9C593577}" sibTransId="{4745C1C1-D847-4A44-A276-F05D1976F4FF}"/>
    <dgm:cxn modelId="{178FD743-A999-49B7-8E8E-01BC482ACB82}" srcId="{54599F1E-9F16-45A0-B7A4-8B1E1A3BA92C}" destId="{65C0A787-3CC5-424D-B175-F3D9E5EB30A5}" srcOrd="1" destOrd="0" parTransId="{8614B48E-2955-49F5-B7E3-AC013072F50F}" sibTransId="{BC45C334-BE47-47DF-8DD6-6211B4CA4C2A}"/>
    <dgm:cxn modelId="{B300C668-58B2-4014-990A-62942B0BADF5}" srcId="{54599F1E-9F16-45A0-B7A4-8B1E1A3BA92C}" destId="{164F22A5-762B-4FAC-82CC-896C3F74798E}" srcOrd="4" destOrd="0" parTransId="{8324E632-0A8F-4035-AE1A-5ACA9F50D783}" sibTransId="{CBC65CAE-3706-4222-8653-7113C9BF480F}"/>
    <dgm:cxn modelId="{E97B8D70-59FD-4A38-80CF-36DD5132673B}" srcId="{4B04FD52-8375-479F-80D5-E92F785095E6}" destId="{348C582F-8163-4F5D-9501-FA6406CC6B50}" srcOrd="0" destOrd="0" parTransId="{013A87C2-3F1B-4B75-BAF7-68BC40DD3852}" sibTransId="{8F975E85-664D-4E83-B204-FCC6DE8DA795}"/>
    <dgm:cxn modelId="{AB88C970-EF55-403B-8DF4-93B7764D97AD}" type="presOf" srcId="{4B04FD52-8375-479F-80D5-E92F785095E6}" destId="{AC1B32DD-99DC-4BBC-B40E-D4107F6F543F}" srcOrd="0" destOrd="0" presId="urn:microsoft.com/office/officeart/2016/7/layout/ChevronBlockProcess"/>
    <dgm:cxn modelId="{47620875-9EB0-4F87-BCF9-95CFC78C0BA8}" srcId="{164F22A5-762B-4FAC-82CC-896C3F74798E}" destId="{4E42D4CE-47D6-4454-9E07-F2CD751F7210}" srcOrd="0" destOrd="0" parTransId="{9746F7E6-44A0-41B2-9980-7A1612C78A13}" sibTransId="{9230709E-2B60-4E94-A167-15C747583E3D}"/>
    <dgm:cxn modelId="{2A50CA80-6EA6-47B7-AFC1-D7AA359228FF}" type="presOf" srcId="{FA5886CF-FD51-4E44-AD83-263774312FC7}" destId="{ADA6F0ED-BC77-443B-9E78-C088A566B8B3}" srcOrd="0" destOrd="0" presId="urn:microsoft.com/office/officeart/2016/7/layout/ChevronBlockProcess"/>
    <dgm:cxn modelId="{A513A388-A9DD-4E46-A16F-8D5615FC35C9}" srcId="{54599F1E-9F16-45A0-B7A4-8B1E1A3BA92C}" destId="{579AB975-B118-4E07-A06C-6B86D69C20CE}" srcOrd="3" destOrd="0" parTransId="{CBEF76F3-2114-42EC-82B9-8B51B93AF6C5}" sibTransId="{FAB715FC-A1E2-4E3B-B7DF-2987C12AD6C5}"/>
    <dgm:cxn modelId="{5A3EE29B-ECB5-4A50-AE4F-DFB614874F55}" srcId="{579AB975-B118-4E07-A06C-6B86D69C20CE}" destId="{EB07E3FC-8A45-42C4-AB09-4E42FB8C56F9}" srcOrd="0" destOrd="0" parTransId="{F9EAB302-310D-4814-BAC3-BFE4BF9D317C}" sibTransId="{01038DEA-3A01-4463-BD06-FD921EFC8D17}"/>
    <dgm:cxn modelId="{3ACD42BB-8188-4352-9ACA-CD09E5D8A7F1}" type="presOf" srcId="{6CEFB56B-185C-4498-A5CF-7F9FD774AEE9}" destId="{1A4602B5-3EA8-4E69-85C5-C39DCC9A1474}" srcOrd="0" destOrd="0" presId="urn:microsoft.com/office/officeart/2016/7/layout/ChevronBlockProcess"/>
    <dgm:cxn modelId="{C73717C6-5682-4E44-BCBD-9CD417957A99}" type="presOf" srcId="{40F8A7C4-B85F-4483-A26E-BB926800E492}" destId="{1560CEEF-876F-42DB-8CFB-DEF1FD76DDCA}" srcOrd="0" destOrd="0" presId="urn:microsoft.com/office/officeart/2016/7/layout/ChevronBlockProcess"/>
    <dgm:cxn modelId="{2A19C3C8-5ACE-4174-B338-8CD8A909E01C}" type="presOf" srcId="{4E42D4CE-47D6-4454-9E07-F2CD751F7210}" destId="{9EDB14A2-2BFD-42AF-97CD-17AFAD327B51}" srcOrd="0" destOrd="0" presId="urn:microsoft.com/office/officeart/2016/7/layout/ChevronBlockProcess"/>
    <dgm:cxn modelId="{30BAF2E1-3D6C-407D-BB36-C6441520E6FE}" type="presOf" srcId="{348C582F-8163-4F5D-9501-FA6406CC6B50}" destId="{F0BDEB79-6224-40E1-B161-50D34EB6FB66}" srcOrd="0" destOrd="0" presId="urn:microsoft.com/office/officeart/2016/7/layout/ChevronBlockProcess"/>
    <dgm:cxn modelId="{EFAC2AEB-E508-4CFB-9BA5-EFE4C44D4848}" type="presOf" srcId="{65C0A787-3CC5-424D-B175-F3D9E5EB30A5}" destId="{D734C0BC-C5A2-448A-BBF1-3B965B1DC6C5}" srcOrd="0" destOrd="0" presId="urn:microsoft.com/office/officeart/2016/7/layout/ChevronBlockProcess"/>
    <dgm:cxn modelId="{4965DBEC-D267-4755-B2B0-80DB81ACE87E}" srcId="{65C0A787-3CC5-424D-B175-F3D9E5EB30A5}" destId="{40F8A7C4-B85F-4483-A26E-BB926800E492}" srcOrd="0" destOrd="0" parTransId="{89FF5F54-3575-41BC-85E1-F0CC2AB848D5}" sibTransId="{DF0CF934-6E23-49C4-8EB9-5CD05FC322DE}"/>
    <dgm:cxn modelId="{A2677CFB-3E0F-4F26-9B11-C4D6294C62CC}" type="presOf" srcId="{EB07E3FC-8A45-42C4-AB09-4E42FB8C56F9}" destId="{02E8FB6B-C5B9-4806-B6A0-78B95474DA08}" srcOrd="0" destOrd="0" presId="urn:microsoft.com/office/officeart/2016/7/layout/ChevronBlockProcess"/>
    <dgm:cxn modelId="{6D552D0F-AC3B-44E1-896A-208D099C8E4C}" type="presParOf" srcId="{D76D8A39-AFAB-4590-9ADA-70A843A078E6}" destId="{CB6424A0-B346-4473-A5EC-B6CE292A004A}" srcOrd="0" destOrd="0" presId="urn:microsoft.com/office/officeart/2016/7/layout/ChevronBlockProcess"/>
    <dgm:cxn modelId="{601F89AF-42CE-4A3E-9E47-33BCEEB87995}" type="presParOf" srcId="{CB6424A0-B346-4473-A5EC-B6CE292A004A}" destId="{8EF171A3-6EBD-4520-9D64-FD9F390E1F97}" srcOrd="0" destOrd="0" presId="urn:microsoft.com/office/officeart/2016/7/layout/ChevronBlockProcess"/>
    <dgm:cxn modelId="{9670BB05-3354-4B63-B706-361CE54F19FE}" type="presParOf" srcId="{CB6424A0-B346-4473-A5EC-B6CE292A004A}" destId="{20D96762-97A0-470C-9FBB-632E6E27EFE9}" srcOrd="1" destOrd="0" presId="urn:microsoft.com/office/officeart/2016/7/layout/ChevronBlockProcess"/>
    <dgm:cxn modelId="{ECE106F0-F5E9-4665-8555-C4936BEAE6B5}" type="presParOf" srcId="{D76D8A39-AFAB-4590-9ADA-70A843A078E6}" destId="{A0D78A87-978D-4F60-8D80-3E972265E049}" srcOrd="1" destOrd="0" presId="urn:microsoft.com/office/officeart/2016/7/layout/ChevronBlockProcess"/>
    <dgm:cxn modelId="{33E60F37-C9C5-45AA-8CD0-B0745B0600B3}" type="presParOf" srcId="{D76D8A39-AFAB-4590-9ADA-70A843A078E6}" destId="{7DE0A340-A41F-4F07-8CDC-E5A799487704}" srcOrd="2" destOrd="0" presId="urn:microsoft.com/office/officeart/2016/7/layout/ChevronBlockProcess"/>
    <dgm:cxn modelId="{56463461-24D6-451E-9646-622D1251722C}" type="presParOf" srcId="{7DE0A340-A41F-4F07-8CDC-E5A799487704}" destId="{D734C0BC-C5A2-448A-BBF1-3B965B1DC6C5}" srcOrd="0" destOrd="0" presId="urn:microsoft.com/office/officeart/2016/7/layout/ChevronBlockProcess"/>
    <dgm:cxn modelId="{55754E29-BEBF-4681-9D83-433722D7498B}" type="presParOf" srcId="{7DE0A340-A41F-4F07-8CDC-E5A799487704}" destId="{1560CEEF-876F-42DB-8CFB-DEF1FD76DDCA}" srcOrd="1" destOrd="0" presId="urn:microsoft.com/office/officeart/2016/7/layout/ChevronBlockProcess"/>
    <dgm:cxn modelId="{00AD310D-9CFE-43C3-A0E0-1D15B8152546}" type="presParOf" srcId="{D76D8A39-AFAB-4590-9ADA-70A843A078E6}" destId="{43CBCE8C-F959-43F9-A5BE-0761AAA1DDC7}" srcOrd="3" destOrd="0" presId="urn:microsoft.com/office/officeart/2016/7/layout/ChevronBlockProcess"/>
    <dgm:cxn modelId="{16B65CFD-2F29-4B6C-BEF2-D0ABFEF165A6}" type="presParOf" srcId="{D76D8A39-AFAB-4590-9ADA-70A843A078E6}" destId="{0FD9C0F9-E93A-4955-9282-CECCC2AEC547}" srcOrd="4" destOrd="0" presId="urn:microsoft.com/office/officeart/2016/7/layout/ChevronBlockProcess"/>
    <dgm:cxn modelId="{D3F5F4ED-A7E6-41F3-B511-334924AC808F}" type="presParOf" srcId="{0FD9C0F9-E93A-4955-9282-CECCC2AEC547}" destId="{ADA6F0ED-BC77-443B-9E78-C088A566B8B3}" srcOrd="0" destOrd="0" presId="urn:microsoft.com/office/officeart/2016/7/layout/ChevronBlockProcess"/>
    <dgm:cxn modelId="{C37C1387-58B3-42C9-AF4D-C71DAB126605}" type="presParOf" srcId="{0FD9C0F9-E93A-4955-9282-CECCC2AEC547}" destId="{1A4602B5-3EA8-4E69-85C5-C39DCC9A1474}" srcOrd="1" destOrd="0" presId="urn:microsoft.com/office/officeart/2016/7/layout/ChevronBlockProcess"/>
    <dgm:cxn modelId="{287C80BF-426E-461E-B84F-E62BEE36101A}" type="presParOf" srcId="{D76D8A39-AFAB-4590-9ADA-70A843A078E6}" destId="{7379480E-E044-4951-B491-CE8318F73F9A}" srcOrd="5" destOrd="0" presId="urn:microsoft.com/office/officeart/2016/7/layout/ChevronBlockProcess"/>
    <dgm:cxn modelId="{A39000CB-B3A0-4C7A-A207-673FB0FEA3D4}" type="presParOf" srcId="{D76D8A39-AFAB-4590-9ADA-70A843A078E6}" destId="{551BBA4A-4A70-4B46-A27F-FA6EC5392F24}" srcOrd="6" destOrd="0" presId="urn:microsoft.com/office/officeart/2016/7/layout/ChevronBlockProcess"/>
    <dgm:cxn modelId="{0F6A77A6-6E38-4DC2-8AEA-419057332577}" type="presParOf" srcId="{551BBA4A-4A70-4B46-A27F-FA6EC5392F24}" destId="{61C35897-B2D8-4CF8-8744-3D042E4148E4}" srcOrd="0" destOrd="0" presId="urn:microsoft.com/office/officeart/2016/7/layout/ChevronBlockProcess"/>
    <dgm:cxn modelId="{F3FCA97E-55DF-4074-AECC-1D4C406289CB}" type="presParOf" srcId="{551BBA4A-4A70-4B46-A27F-FA6EC5392F24}" destId="{02E8FB6B-C5B9-4806-B6A0-78B95474DA08}" srcOrd="1" destOrd="0" presId="urn:microsoft.com/office/officeart/2016/7/layout/ChevronBlockProcess"/>
    <dgm:cxn modelId="{5CB20722-318A-46BD-9DCE-6C0C9D29EE07}" type="presParOf" srcId="{D76D8A39-AFAB-4590-9ADA-70A843A078E6}" destId="{101C216D-91BE-4D45-B559-F56C2FB989F9}" srcOrd="7" destOrd="0" presId="urn:microsoft.com/office/officeart/2016/7/layout/ChevronBlockProcess"/>
    <dgm:cxn modelId="{D1DED183-B78E-4872-B0B8-D3A359758888}" type="presParOf" srcId="{D76D8A39-AFAB-4590-9ADA-70A843A078E6}" destId="{4B39860A-E013-4F37-A973-5081EEF8809F}" srcOrd="8" destOrd="0" presId="urn:microsoft.com/office/officeart/2016/7/layout/ChevronBlockProcess"/>
    <dgm:cxn modelId="{885493B3-0F60-4187-B9BE-AB8187ED29B7}" type="presParOf" srcId="{4B39860A-E013-4F37-A973-5081EEF8809F}" destId="{8F47454C-CD4C-43AA-BAB1-888AE39FB8AE}" srcOrd="0" destOrd="0" presId="urn:microsoft.com/office/officeart/2016/7/layout/ChevronBlockProcess"/>
    <dgm:cxn modelId="{A120CB96-3E60-4CBA-871F-37836FB3E451}" type="presParOf" srcId="{4B39860A-E013-4F37-A973-5081EEF8809F}" destId="{9EDB14A2-2BFD-42AF-97CD-17AFAD327B51}" srcOrd="1" destOrd="0" presId="urn:microsoft.com/office/officeart/2016/7/layout/ChevronBlockProcess"/>
    <dgm:cxn modelId="{0BCD52FB-12D3-45E2-952A-CFAC0D650BA7}" type="presParOf" srcId="{D76D8A39-AFAB-4590-9ADA-70A843A078E6}" destId="{1765C3DA-065D-4DA8-8F2F-75721833DB02}" srcOrd="9" destOrd="0" presId="urn:microsoft.com/office/officeart/2016/7/layout/ChevronBlockProcess"/>
    <dgm:cxn modelId="{695A7168-BFB1-4F02-B393-D03CB4945875}" type="presParOf" srcId="{D76D8A39-AFAB-4590-9ADA-70A843A078E6}" destId="{C2426B30-CBE6-45FF-811F-2CDA2EA8FA9E}" srcOrd="10" destOrd="0" presId="urn:microsoft.com/office/officeart/2016/7/layout/ChevronBlockProcess"/>
    <dgm:cxn modelId="{F92A7ED9-AC66-48D9-A495-BF8205B7FC87}" type="presParOf" srcId="{C2426B30-CBE6-45FF-811F-2CDA2EA8FA9E}" destId="{AC1B32DD-99DC-4BBC-B40E-D4107F6F543F}" srcOrd="0" destOrd="0" presId="urn:microsoft.com/office/officeart/2016/7/layout/ChevronBlockProcess"/>
    <dgm:cxn modelId="{260D2B61-1C9C-4502-9430-705BF84B8AF5}" type="presParOf" srcId="{C2426B30-CBE6-45FF-811F-2CDA2EA8FA9E}" destId="{F0BDEB79-6224-40E1-B161-50D34EB6FB66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599F1E-9F16-45A0-B7A4-8B1E1A3BA92C}" type="doc">
      <dgm:prSet loTypeId="urn:microsoft.com/office/officeart/2016/7/layout/ChevronBlock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73B1238-7923-48C7-ABE9-FACBBB3832A7}">
      <dgm:prSet phldrT="[Text]" phldr="0" custT="1"/>
      <dgm:spPr>
        <a:xfrm>
          <a:off x="4688" y="169"/>
          <a:ext cx="1156866" cy="347059"/>
        </a:xfrm>
        <a:prstGeom prst="chevron">
          <a:avLst>
            <a:gd name="adj" fmla="val 30000"/>
          </a:avLst>
        </a:prstGeom>
        <a:solidFill>
          <a:srgbClr val="ED7D31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Prepare</a:t>
          </a:r>
        </a:p>
      </dgm:t>
    </dgm:pt>
    <dgm:pt modelId="{10A1987A-D226-4C52-BA41-D89284095598}" type="parTrans" cxnId="{11829905-B4DB-4799-B4D3-03A24CCFFE19}">
      <dgm:prSet/>
      <dgm:spPr/>
      <dgm:t>
        <a:bodyPr/>
        <a:lstStyle/>
        <a:p>
          <a:endParaRPr lang="en-US" sz="1200"/>
        </a:p>
      </dgm:t>
    </dgm:pt>
    <dgm:pt modelId="{34E5E44F-CDAA-4BCB-B3F8-26B37AAAF740}" type="sibTrans" cxnId="{11829905-B4DB-4799-B4D3-03A24CCFFE19}">
      <dgm:prSet/>
      <dgm:spPr/>
      <dgm:t>
        <a:bodyPr/>
        <a:lstStyle/>
        <a:p>
          <a:endParaRPr lang="en-US" sz="1200"/>
        </a:p>
      </dgm:t>
    </dgm:pt>
    <dgm:pt modelId="{06598F53-E5D4-453C-9371-3A02B99039CF}">
      <dgm:prSet phldrT="[Text]" phldr="0" custT="1"/>
      <dgm:spPr>
        <a:xfrm>
          <a:off x="4688" y="347229"/>
          <a:ext cx="1052748" cy="2916104"/>
        </a:xfrm>
        <a:prstGeom prst="rect">
          <a:avLst/>
        </a:prstGeom>
        <a:solidFill>
          <a:srgbClr val="ED7D31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Points converted to cash-equivalent value
Broker minimum / maximum limits enforced
Merchant completes funding reconciliation 
Batch approved for release
Orders marked</a:t>
          </a:r>
          <a:r>
            <a:rPr lang="en-US" sz="900" b="1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 Pending</a:t>
          </a:r>
        </a:p>
      </dgm:t>
    </dgm:pt>
    <dgm:pt modelId="{D4204FBA-28B5-4B1C-9E9D-6D116644DA10}" type="parTrans" cxnId="{C8F87802-0AD9-4208-B08E-35C810E2F581}">
      <dgm:prSet/>
      <dgm:spPr/>
      <dgm:t>
        <a:bodyPr/>
        <a:lstStyle/>
        <a:p>
          <a:endParaRPr lang="en-US" sz="1200"/>
        </a:p>
      </dgm:t>
    </dgm:pt>
    <dgm:pt modelId="{8642233E-9F5C-4565-A1E2-95C753EBF591}" type="sibTrans" cxnId="{C8F87802-0AD9-4208-B08E-35C810E2F581}">
      <dgm:prSet/>
      <dgm:spPr/>
      <dgm:t>
        <a:bodyPr/>
        <a:lstStyle/>
        <a:p>
          <a:endParaRPr lang="en-US" sz="1200"/>
        </a:p>
      </dgm:t>
    </dgm:pt>
    <dgm:pt modelId="{03EF6AB2-52EA-4558-AC11-B521DCEFB870}">
      <dgm:prSet phldrT="[Text]" phldr="0" custT="1"/>
      <dgm:spPr>
        <a:xfrm>
          <a:off x="4688" y="347229"/>
          <a:ext cx="1052748" cy="2916104"/>
        </a:xfrm>
        <a:prstGeom prst="rect">
          <a:avLst/>
        </a:prstGeom>
        <a:solidFill>
          <a:srgbClr val="ED7D31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Investment percentage applied to loyalty balance</a:t>
          </a:r>
        </a:p>
      </dgm:t>
    </dgm:pt>
    <dgm:pt modelId="{F2699EDE-8578-4E20-ABD2-8DD3A2D8BD4F}" type="parTrans" cxnId="{4F14A954-5426-46D4-81FE-777C9116F39E}">
      <dgm:prSet/>
      <dgm:spPr/>
      <dgm:t>
        <a:bodyPr/>
        <a:lstStyle/>
        <a:p>
          <a:endParaRPr lang="en-US" sz="1200"/>
        </a:p>
      </dgm:t>
    </dgm:pt>
    <dgm:pt modelId="{6D5E6109-9B3E-4DAF-8E0F-3B35EC0FC7D7}" type="sibTrans" cxnId="{4F14A954-5426-46D4-81FE-777C9116F39E}">
      <dgm:prSet/>
      <dgm:spPr/>
      <dgm:t>
        <a:bodyPr/>
        <a:lstStyle/>
        <a:p>
          <a:endParaRPr lang="en-US" sz="1200"/>
        </a:p>
      </dgm:t>
    </dgm:pt>
    <dgm:pt modelId="{9E13A00F-FB41-441A-838F-64BEF21FDB0D}">
      <dgm:prSet phldrT="[Text]" phldr="0" custT="1"/>
      <dgm:spPr>
        <a:xfrm>
          <a:off x="4688" y="347229"/>
          <a:ext cx="1052748" cy="2916104"/>
        </a:xfrm>
        <a:prstGeom prst="rect">
          <a:avLst/>
        </a:prstGeom>
        <a:solidFill>
          <a:srgbClr val="ED7D31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Member selects securities in My Basket</a:t>
          </a:r>
        </a:p>
      </dgm:t>
    </dgm:pt>
    <dgm:pt modelId="{6744D463-D826-45BE-8454-7A56A701A235}" type="parTrans" cxnId="{F2BFAE2F-4B98-4586-B6A0-ED733A83B348}">
      <dgm:prSet/>
      <dgm:spPr/>
      <dgm:t>
        <a:bodyPr/>
        <a:lstStyle/>
        <a:p>
          <a:endParaRPr lang="en-US" sz="1200"/>
        </a:p>
      </dgm:t>
    </dgm:pt>
    <dgm:pt modelId="{B822A0BD-9962-449E-8379-DA14F1CF70CF}" type="sibTrans" cxnId="{F2BFAE2F-4B98-4586-B6A0-ED733A83B348}">
      <dgm:prSet/>
      <dgm:spPr/>
      <dgm:t>
        <a:bodyPr/>
        <a:lstStyle/>
        <a:p>
          <a:endParaRPr lang="en-US" sz="1200"/>
        </a:p>
      </dgm:t>
    </dgm:pt>
    <dgm:pt modelId="{3B74C516-1A02-431D-89BC-3DB4885E9625}">
      <dgm:prSet phldrT="[Text]" phldr="0" custT="1"/>
      <dgm:spPr>
        <a:xfrm>
          <a:off x="1122198" y="169"/>
          <a:ext cx="1156866" cy="347059"/>
        </a:xfrm>
        <a:prstGeom prst="chevron">
          <a:avLst>
            <a:gd name="adj" fmla="val 30000"/>
          </a:avLst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Reserve Points</a:t>
          </a:r>
        </a:p>
      </dgm:t>
    </dgm:pt>
    <dgm:pt modelId="{8C1E5477-30A6-4A76-9DEF-1F47626618FA}" type="parTrans" cxnId="{225E3FC3-380A-4368-BFC3-4EF20092970D}">
      <dgm:prSet/>
      <dgm:spPr/>
      <dgm:t>
        <a:bodyPr/>
        <a:lstStyle/>
        <a:p>
          <a:endParaRPr lang="en-US" sz="1200"/>
        </a:p>
      </dgm:t>
    </dgm:pt>
    <dgm:pt modelId="{CDC9FD16-C91F-4B00-92F1-79FA10463A2D}" type="sibTrans" cxnId="{225E3FC3-380A-4368-BFC3-4EF20092970D}">
      <dgm:prSet/>
      <dgm:spPr/>
      <dgm:t>
        <a:bodyPr/>
        <a:lstStyle/>
        <a:p>
          <a:endParaRPr lang="en-US" sz="1200"/>
        </a:p>
      </dgm:t>
    </dgm:pt>
    <dgm:pt modelId="{4ACF1667-D5F3-4B78-A499-BF09EBCAE075}">
      <dgm:prSet phldrT="[Text]" phldr="0" custT="1"/>
      <dgm:spPr>
        <a:xfrm>
          <a:off x="1122198" y="347229"/>
          <a:ext cx="1052748" cy="2916104"/>
        </a:xfrm>
        <a:prstGeom prst="rect">
          <a:avLst/>
        </a:prstGeom>
        <a:solidFill>
          <a:srgbClr val="A5A5A5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StockLoyal requests a points reservation hold from merchant
Merchant places hold on elected points
Reservation ID returned to StockLoyal
Points status updated to Reserved
Prevents double-spend or race conditions</a:t>
          </a:r>
        </a:p>
      </dgm:t>
    </dgm:pt>
    <dgm:pt modelId="{2DBF5AB5-8123-49E0-A1ED-FE7B1A30376D}" type="parTrans" cxnId="{362B8F74-FCBF-43F9-8AC4-A12700AA8FF7}">
      <dgm:prSet/>
      <dgm:spPr/>
      <dgm:t>
        <a:bodyPr/>
        <a:lstStyle/>
        <a:p>
          <a:endParaRPr lang="en-US" sz="1200"/>
        </a:p>
      </dgm:t>
    </dgm:pt>
    <dgm:pt modelId="{B82F3DA3-BAC5-40D9-975B-20C14A00464F}" type="sibTrans" cxnId="{362B8F74-FCBF-43F9-8AC4-A12700AA8FF7}">
      <dgm:prSet/>
      <dgm:spPr/>
      <dgm:t>
        <a:bodyPr/>
        <a:lstStyle/>
        <a:p>
          <a:endParaRPr lang="en-US" sz="1200"/>
        </a:p>
      </dgm:t>
    </dgm:pt>
    <dgm:pt modelId="{34987020-E065-4987-B47F-CA0A99D3B971}">
      <dgm:prSet phldrT="[Text]" phldr="0" custT="1"/>
      <dgm:spPr>
        <a:xfrm>
          <a:off x="2239708" y="169"/>
          <a:ext cx="1156866" cy="347059"/>
        </a:xfrm>
        <a:prstGeom prst="chevron">
          <a:avLst>
            <a:gd name="adj" fmla="val 30000"/>
          </a:avLst>
        </a:prstGeom>
        <a:solidFill>
          <a:srgbClr val="FFC000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FFC000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Sweep (Order Submission)</a:t>
          </a:r>
        </a:p>
      </dgm:t>
    </dgm:pt>
    <dgm:pt modelId="{8F8E13F2-E025-4A97-B30F-53971079A412}" type="parTrans" cxnId="{57FA3A42-55EF-4483-AFF8-C57A6397ED80}">
      <dgm:prSet/>
      <dgm:spPr/>
      <dgm:t>
        <a:bodyPr/>
        <a:lstStyle/>
        <a:p>
          <a:endParaRPr lang="en-US" sz="1200"/>
        </a:p>
      </dgm:t>
    </dgm:pt>
    <dgm:pt modelId="{23DEBF26-9AE3-4046-9F54-C073D41B87C5}" type="sibTrans" cxnId="{57FA3A42-55EF-4483-AFF8-C57A6397ED80}">
      <dgm:prSet/>
      <dgm:spPr/>
      <dgm:t>
        <a:bodyPr/>
        <a:lstStyle/>
        <a:p>
          <a:endParaRPr lang="en-US" sz="1200"/>
        </a:p>
      </dgm:t>
    </dgm:pt>
    <dgm:pt modelId="{74A738E7-1343-42D1-ABE8-B4DFE7ED4DF6}">
      <dgm:prSet phldrT="[Text]" phldr="0" custT="1"/>
      <dgm:spPr>
        <a:xfrm>
          <a:off x="2239708" y="347229"/>
          <a:ext cx="1052748" cy="2916104"/>
        </a:xfrm>
        <a:prstGeom prst="rect">
          <a:avLst/>
        </a:prstGeom>
        <a:solidFill>
          <a:srgbClr val="FFC000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FFC000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StockLoyal submits member buy orders to broker via secure webhook
Orders grouped by merchant and broker
Broker acknowledges receipt
Orders marked </a:t>
          </a:r>
          <a:r>
            <a:rPr lang="en-US" sz="900" b="1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Placed</a:t>
          </a:r>
        </a:p>
      </dgm:t>
    </dgm:pt>
    <dgm:pt modelId="{6F07F362-4AB4-4E83-A63E-F6405440CA8F}" type="parTrans" cxnId="{0B07FF39-EB1C-41D6-8687-621CFC6AFEDA}">
      <dgm:prSet/>
      <dgm:spPr/>
      <dgm:t>
        <a:bodyPr/>
        <a:lstStyle/>
        <a:p>
          <a:endParaRPr lang="en-US" sz="1200"/>
        </a:p>
      </dgm:t>
    </dgm:pt>
    <dgm:pt modelId="{93CB7C23-6B20-4E9D-A56A-253B080EFCC3}" type="sibTrans" cxnId="{0B07FF39-EB1C-41D6-8687-621CFC6AFEDA}">
      <dgm:prSet/>
      <dgm:spPr/>
      <dgm:t>
        <a:bodyPr/>
        <a:lstStyle/>
        <a:p>
          <a:endParaRPr lang="en-US" sz="1200"/>
        </a:p>
      </dgm:t>
    </dgm:pt>
    <dgm:pt modelId="{754F0A54-669E-4DD2-AD04-7E7B41127BD5}">
      <dgm:prSet phldrT="[Text]" phldr="0" custT="1"/>
      <dgm:spPr>
        <a:xfrm>
          <a:off x="3357218" y="169"/>
          <a:ext cx="1156866" cy="347059"/>
        </a:xfrm>
        <a:prstGeom prst="chevron">
          <a:avLst>
            <a:gd name="adj" fmla="val 30000"/>
          </a:avLst>
        </a:prstGeom>
        <a:solidFill>
          <a:srgbClr val="5B9BD5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5B9BD5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Debit Points</a:t>
          </a:r>
        </a:p>
      </dgm:t>
    </dgm:pt>
    <dgm:pt modelId="{5927736F-C96E-48BA-8621-A5E642A065E7}" type="parTrans" cxnId="{DCF9FB5A-6FDD-45B4-B05A-94F3E8872CF4}">
      <dgm:prSet/>
      <dgm:spPr/>
      <dgm:t>
        <a:bodyPr/>
        <a:lstStyle/>
        <a:p>
          <a:endParaRPr lang="en-US" sz="1200"/>
        </a:p>
      </dgm:t>
    </dgm:pt>
    <dgm:pt modelId="{34EF5D88-3A2D-477D-8CBA-FACF0DEB1B39}" type="sibTrans" cxnId="{DCF9FB5A-6FDD-45B4-B05A-94F3E8872CF4}">
      <dgm:prSet/>
      <dgm:spPr/>
      <dgm:t>
        <a:bodyPr/>
        <a:lstStyle/>
        <a:p>
          <a:endParaRPr lang="en-US" sz="1200"/>
        </a:p>
      </dgm:t>
    </dgm:pt>
    <dgm:pt modelId="{7EFD594B-E294-4C5B-9F6B-6D7E4A5296EE}">
      <dgm:prSet phldrT="[Text]" phldr="0" custT="1"/>
      <dgm:spPr>
        <a:xfrm>
          <a:off x="3357218" y="347229"/>
          <a:ext cx="1052748" cy="2916104"/>
        </a:xfrm>
        <a:prstGeom prst="rect">
          <a:avLst/>
        </a:prstGeom>
        <a:solidFill>
          <a:srgbClr val="5B9BD5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5B9BD5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Upon broker acknowledgment, StockLoyal sends points debit notification
Merchant converts reservation → final debit
Member loyalty balance reset accordingly
Full audit linkage:
Points status updated to Debited</a:t>
          </a:r>
        </a:p>
      </dgm:t>
    </dgm:pt>
    <dgm:pt modelId="{92EAE2C7-8A2D-4310-A853-6BFA712008E8}" type="parTrans" cxnId="{B3F09549-8EA0-4021-96E7-4D8441B0D33E}">
      <dgm:prSet/>
      <dgm:spPr/>
      <dgm:t>
        <a:bodyPr/>
        <a:lstStyle/>
        <a:p>
          <a:endParaRPr lang="en-US" sz="1200"/>
        </a:p>
      </dgm:t>
    </dgm:pt>
    <dgm:pt modelId="{CF882C62-6174-4B88-9BA1-8EEAC33E6A2E}" type="sibTrans" cxnId="{B3F09549-8EA0-4021-96E7-4D8441B0D33E}">
      <dgm:prSet/>
      <dgm:spPr/>
      <dgm:t>
        <a:bodyPr/>
        <a:lstStyle/>
        <a:p>
          <a:endParaRPr lang="en-US" sz="1200"/>
        </a:p>
      </dgm:t>
    </dgm:pt>
    <dgm:pt modelId="{4CC738ED-9B9E-4DB9-8A29-76E53A7F98D7}">
      <dgm:prSet phldrT="[Text]" phldr="0" custT="1"/>
      <dgm:spPr>
        <a:xfrm>
          <a:off x="4474728" y="169"/>
          <a:ext cx="1156866" cy="347059"/>
        </a:xfrm>
        <a:prstGeom prst="chevron">
          <a:avLst>
            <a:gd name="adj" fmla="val 30000"/>
          </a:avLst>
        </a:prstGeom>
        <a:solidFill>
          <a:srgbClr val="70AD47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70AD47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Broker Execution</a:t>
          </a:r>
        </a:p>
      </dgm:t>
    </dgm:pt>
    <dgm:pt modelId="{AE374C4E-CBFA-4CE2-BC29-B719323EFD21}" type="parTrans" cxnId="{81593BDE-5104-4A71-8387-EDF4235590BA}">
      <dgm:prSet/>
      <dgm:spPr/>
      <dgm:t>
        <a:bodyPr/>
        <a:lstStyle/>
        <a:p>
          <a:endParaRPr lang="en-US" sz="1200"/>
        </a:p>
      </dgm:t>
    </dgm:pt>
    <dgm:pt modelId="{16A8C267-83B4-4DF5-95D8-EEDA264AE044}" type="sibTrans" cxnId="{81593BDE-5104-4A71-8387-EDF4235590BA}">
      <dgm:prSet/>
      <dgm:spPr/>
      <dgm:t>
        <a:bodyPr/>
        <a:lstStyle/>
        <a:p>
          <a:endParaRPr lang="en-US" sz="1200"/>
        </a:p>
      </dgm:t>
    </dgm:pt>
    <dgm:pt modelId="{9E7B3104-712F-455F-83AD-F8CADC38338C}">
      <dgm:prSet phldrT="[Text]" phldr="0" custT="1"/>
      <dgm:spPr>
        <a:xfrm>
          <a:off x="4474728" y="347229"/>
          <a:ext cx="1052748" cy="2916104"/>
        </a:xfrm>
        <a:prstGeom prst="rect">
          <a:avLst/>
        </a:prstGeom>
        <a:solidFill>
          <a:srgbClr val="70AD47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70AD47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Broker executes trades at market open (9:30 AM ET)
Trade confirmations returned via webhook
Orders marked </a:t>
          </a:r>
          <a:r>
            <a:rPr lang="en-US" sz="900" b="1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Confirmed</a:t>
          </a:r>
        </a:p>
      </dgm:t>
    </dgm:pt>
    <dgm:pt modelId="{BCC7673B-07A4-4145-88C0-573C4407C41F}" type="parTrans" cxnId="{757D6966-D7F9-4EAA-BFDC-57A914C2BE49}">
      <dgm:prSet/>
      <dgm:spPr/>
      <dgm:t>
        <a:bodyPr/>
        <a:lstStyle/>
        <a:p>
          <a:endParaRPr lang="en-US" sz="1200"/>
        </a:p>
      </dgm:t>
    </dgm:pt>
    <dgm:pt modelId="{4AF1CDC6-798F-4FE3-A684-A087C0366D0F}" type="sibTrans" cxnId="{757D6966-D7F9-4EAA-BFDC-57A914C2BE49}">
      <dgm:prSet/>
      <dgm:spPr/>
      <dgm:t>
        <a:bodyPr/>
        <a:lstStyle/>
        <a:p>
          <a:endParaRPr lang="en-US" sz="1200"/>
        </a:p>
      </dgm:t>
    </dgm:pt>
    <dgm:pt modelId="{1BD865E2-8B1A-477B-A798-1BC582FF9BBC}">
      <dgm:prSet phldrT="[Text]" phldr="0" custT="1"/>
      <dgm:spPr>
        <a:xfrm>
          <a:off x="5592238" y="169"/>
          <a:ext cx="1156866" cy="347059"/>
        </a:xfrm>
        <a:prstGeom prst="chevron">
          <a:avLst>
            <a:gd name="adj" fmla="val 30000"/>
          </a:avLst>
        </a:prstGeom>
        <a:solidFill>
          <a:srgbClr val="ED7D31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Payment &amp; Allocation</a:t>
          </a:r>
        </a:p>
      </dgm:t>
    </dgm:pt>
    <dgm:pt modelId="{AB8B7DA9-CE18-4B6A-976E-75B866ACDD01}" type="parTrans" cxnId="{9FCA716F-BB0F-485A-A37B-109150E294EC}">
      <dgm:prSet/>
      <dgm:spPr/>
      <dgm:t>
        <a:bodyPr/>
        <a:lstStyle/>
        <a:p>
          <a:endParaRPr lang="en-US" sz="1200"/>
        </a:p>
      </dgm:t>
    </dgm:pt>
    <dgm:pt modelId="{8045FD05-35DF-4DA8-8222-85FAA25EF61E}" type="sibTrans" cxnId="{9FCA716F-BB0F-485A-A37B-109150E294EC}">
      <dgm:prSet/>
      <dgm:spPr/>
      <dgm:t>
        <a:bodyPr/>
        <a:lstStyle/>
        <a:p>
          <a:endParaRPr lang="en-US" sz="1200"/>
        </a:p>
      </dgm:t>
    </dgm:pt>
    <dgm:pt modelId="{3AF2A6B2-2120-4FC2-AB94-83A7D3B38353}">
      <dgm:prSet phldrT="[Text]" phldr="0" custT="1"/>
      <dgm:spPr>
        <a:xfrm>
          <a:off x="5592238" y="347229"/>
          <a:ext cx="1052748" cy="2916104"/>
        </a:xfrm>
        <a:prstGeom prst="rect">
          <a:avLst/>
        </a:prstGeom>
        <a:solidFill>
          <a:srgbClr val="ED7D31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Merchant funding summary generated
Member-level allocation file created
Merchant executes ACH payment to broker(s)
Allocation file sent for account-level crediting</a:t>
          </a:r>
        </a:p>
      </dgm:t>
    </dgm:pt>
    <dgm:pt modelId="{FD67117C-1DFD-400F-809A-D4B68BA60A3B}" type="parTrans" cxnId="{D47DB396-C565-48B7-A93C-B3F4B196196F}">
      <dgm:prSet/>
      <dgm:spPr/>
      <dgm:t>
        <a:bodyPr/>
        <a:lstStyle/>
        <a:p>
          <a:endParaRPr lang="en-US" sz="1200"/>
        </a:p>
      </dgm:t>
    </dgm:pt>
    <dgm:pt modelId="{BEA75424-558F-4028-9A5E-CB0717DB9452}" type="sibTrans" cxnId="{D47DB396-C565-48B7-A93C-B3F4B196196F}">
      <dgm:prSet/>
      <dgm:spPr/>
      <dgm:t>
        <a:bodyPr/>
        <a:lstStyle/>
        <a:p>
          <a:endParaRPr lang="en-US" sz="1200"/>
        </a:p>
      </dgm:t>
    </dgm:pt>
    <dgm:pt modelId="{3D132F41-9DEA-4C61-97EB-C1F309C9CFE8}">
      <dgm:prSet phldrT="[Text]" phldr="0" custT="1"/>
      <dgm:spPr>
        <a:xfrm>
          <a:off x="6709748" y="169"/>
          <a:ext cx="1156866" cy="347059"/>
        </a:xfrm>
        <a:prstGeom prst="chevron">
          <a:avLst>
            <a:gd name="adj" fmla="val 30000"/>
          </a:avLst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105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Settlement</a:t>
          </a:r>
        </a:p>
      </dgm:t>
    </dgm:pt>
    <dgm:pt modelId="{6C0CC1E0-9479-4561-AAC6-A00AD6758E79}" type="parTrans" cxnId="{3DB48B32-9660-434A-AD98-2E7F46E0CBBE}">
      <dgm:prSet/>
      <dgm:spPr/>
      <dgm:t>
        <a:bodyPr/>
        <a:lstStyle/>
        <a:p>
          <a:endParaRPr lang="en-US" sz="1200"/>
        </a:p>
      </dgm:t>
    </dgm:pt>
    <dgm:pt modelId="{88471558-6565-4E3C-9C1F-6C85CCC274F2}" type="sibTrans" cxnId="{3DB48B32-9660-434A-AD98-2E7F46E0CBBE}">
      <dgm:prSet/>
      <dgm:spPr/>
      <dgm:t>
        <a:bodyPr/>
        <a:lstStyle/>
        <a:p>
          <a:endParaRPr lang="en-US" sz="1200"/>
        </a:p>
      </dgm:t>
    </dgm:pt>
    <dgm:pt modelId="{780EEEFC-5117-4617-BC8C-367A804F313F}">
      <dgm:prSet phldrT="[Text]" phldr="0" custT="1"/>
      <dgm:spPr>
        <a:xfrm>
          <a:off x="6709748" y="347229"/>
          <a:ext cx="1052748" cy="2916104"/>
        </a:xfrm>
        <a:prstGeom prst="rect">
          <a:avLst/>
        </a:prstGeom>
        <a:solidFill>
          <a:srgbClr val="A5A5A5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n-US" sz="9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Broker allocates funds to member accounts
Trades settle on T+1
Settlement confirmation returned
Orders marked </a:t>
          </a:r>
          <a:r>
            <a:rPr lang="en-US" sz="900" b="1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Settled</a:t>
          </a:r>
        </a:p>
      </dgm:t>
    </dgm:pt>
    <dgm:pt modelId="{245E7726-334A-4C95-8A27-5083D7334FE8}" type="parTrans" cxnId="{57B1E4FD-329D-42C3-B3CC-052EE6720C5A}">
      <dgm:prSet/>
      <dgm:spPr/>
      <dgm:t>
        <a:bodyPr/>
        <a:lstStyle/>
        <a:p>
          <a:endParaRPr lang="en-US" sz="1200"/>
        </a:p>
      </dgm:t>
    </dgm:pt>
    <dgm:pt modelId="{271A2AFF-8B6B-45C0-933C-50B23707A5D5}" type="sibTrans" cxnId="{57B1E4FD-329D-42C3-B3CC-052EE6720C5A}">
      <dgm:prSet/>
      <dgm:spPr/>
      <dgm:t>
        <a:bodyPr/>
        <a:lstStyle/>
        <a:p>
          <a:endParaRPr lang="en-US" sz="1200"/>
        </a:p>
      </dgm:t>
    </dgm:pt>
    <dgm:pt modelId="{D76D8A39-AFAB-4590-9ADA-70A843A078E6}" type="pres">
      <dgm:prSet presAssocID="{54599F1E-9F16-45A0-B7A4-8B1E1A3BA92C}" presName="Name0" presStyleCnt="0">
        <dgm:presLayoutVars>
          <dgm:dir/>
          <dgm:animLvl val="lvl"/>
          <dgm:resizeHandles val="exact"/>
        </dgm:presLayoutVars>
      </dgm:prSet>
      <dgm:spPr/>
    </dgm:pt>
    <dgm:pt modelId="{CB6424A0-B346-4473-A5EC-B6CE292A004A}" type="pres">
      <dgm:prSet presAssocID="{B73B1238-7923-48C7-ABE9-FACBBB3832A7}" presName="composite" presStyleCnt="0"/>
      <dgm:spPr/>
    </dgm:pt>
    <dgm:pt modelId="{8EF171A3-6EBD-4520-9D64-FD9F390E1F97}" type="pres">
      <dgm:prSet presAssocID="{B73B1238-7923-48C7-ABE9-FACBBB3832A7}" presName="parTx" presStyleLbl="alignNode1" presStyleIdx="0" presStyleCnt="7">
        <dgm:presLayoutVars>
          <dgm:chMax val="0"/>
          <dgm:chPref val="0"/>
        </dgm:presLayoutVars>
      </dgm:prSet>
      <dgm:spPr/>
    </dgm:pt>
    <dgm:pt modelId="{20D96762-97A0-470C-9FBB-632E6E27EFE9}" type="pres">
      <dgm:prSet presAssocID="{B73B1238-7923-48C7-ABE9-FACBBB3832A7}" presName="desTx" presStyleLbl="alignAccFollowNode1" presStyleIdx="0" presStyleCnt="7">
        <dgm:presLayoutVars/>
      </dgm:prSet>
      <dgm:spPr/>
    </dgm:pt>
    <dgm:pt modelId="{7DB2ED02-4BF4-48F8-B67D-AAB13939F31E}" type="pres">
      <dgm:prSet presAssocID="{34E5E44F-CDAA-4BCB-B3F8-26B37AAAF740}" presName="space" presStyleCnt="0"/>
      <dgm:spPr/>
    </dgm:pt>
    <dgm:pt modelId="{8B53BCB4-8F0A-45BA-AA2E-8DA54271E055}" type="pres">
      <dgm:prSet presAssocID="{3B74C516-1A02-431D-89BC-3DB4885E9625}" presName="composite" presStyleCnt="0"/>
      <dgm:spPr/>
    </dgm:pt>
    <dgm:pt modelId="{35D36832-1BBE-43BD-9236-A527F6296E52}" type="pres">
      <dgm:prSet presAssocID="{3B74C516-1A02-431D-89BC-3DB4885E9625}" presName="parTx" presStyleLbl="alignNode1" presStyleIdx="1" presStyleCnt="7">
        <dgm:presLayoutVars>
          <dgm:chMax val="0"/>
          <dgm:chPref val="0"/>
        </dgm:presLayoutVars>
      </dgm:prSet>
      <dgm:spPr/>
    </dgm:pt>
    <dgm:pt modelId="{312EA159-4F3C-4FE9-8ED5-E9A8517E897B}" type="pres">
      <dgm:prSet presAssocID="{3B74C516-1A02-431D-89BC-3DB4885E9625}" presName="desTx" presStyleLbl="alignAccFollowNode1" presStyleIdx="1" presStyleCnt="7">
        <dgm:presLayoutVars/>
      </dgm:prSet>
      <dgm:spPr/>
    </dgm:pt>
    <dgm:pt modelId="{003622A2-1699-4413-9AA9-93E0EDBD3C7E}" type="pres">
      <dgm:prSet presAssocID="{CDC9FD16-C91F-4B00-92F1-79FA10463A2D}" presName="space" presStyleCnt="0"/>
      <dgm:spPr/>
    </dgm:pt>
    <dgm:pt modelId="{817920AE-C3B4-4880-B9E2-70B57EEF8BF8}" type="pres">
      <dgm:prSet presAssocID="{34987020-E065-4987-B47F-CA0A99D3B971}" presName="composite" presStyleCnt="0"/>
      <dgm:spPr/>
    </dgm:pt>
    <dgm:pt modelId="{A3D33916-F0A3-41EE-8DF9-F34AB6151A36}" type="pres">
      <dgm:prSet presAssocID="{34987020-E065-4987-B47F-CA0A99D3B971}" presName="parTx" presStyleLbl="alignNode1" presStyleIdx="2" presStyleCnt="7">
        <dgm:presLayoutVars>
          <dgm:chMax val="0"/>
          <dgm:chPref val="0"/>
        </dgm:presLayoutVars>
      </dgm:prSet>
      <dgm:spPr/>
    </dgm:pt>
    <dgm:pt modelId="{1E7DDAB4-FEB2-4646-A347-907F2E8A0528}" type="pres">
      <dgm:prSet presAssocID="{34987020-E065-4987-B47F-CA0A99D3B971}" presName="desTx" presStyleLbl="alignAccFollowNode1" presStyleIdx="2" presStyleCnt="7">
        <dgm:presLayoutVars/>
      </dgm:prSet>
      <dgm:spPr/>
    </dgm:pt>
    <dgm:pt modelId="{F5BD6B97-79A0-48A3-A61E-587C71BF641A}" type="pres">
      <dgm:prSet presAssocID="{23DEBF26-9AE3-4046-9F54-C073D41B87C5}" presName="space" presStyleCnt="0"/>
      <dgm:spPr/>
    </dgm:pt>
    <dgm:pt modelId="{C3024D5E-A945-4069-9802-37DE1262E4A7}" type="pres">
      <dgm:prSet presAssocID="{754F0A54-669E-4DD2-AD04-7E7B41127BD5}" presName="composite" presStyleCnt="0"/>
      <dgm:spPr/>
    </dgm:pt>
    <dgm:pt modelId="{051D59D2-5011-4173-981B-7C4C52815315}" type="pres">
      <dgm:prSet presAssocID="{754F0A54-669E-4DD2-AD04-7E7B41127BD5}" presName="parTx" presStyleLbl="alignNode1" presStyleIdx="3" presStyleCnt="7">
        <dgm:presLayoutVars>
          <dgm:chMax val="0"/>
          <dgm:chPref val="0"/>
        </dgm:presLayoutVars>
      </dgm:prSet>
      <dgm:spPr/>
    </dgm:pt>
    <dgm:pt modelId="{0DDD180D-A51B-4119-AA9E-ADCD16A5A98D}" type="pres">
      <dgm:prSet presAssocID="{754F0A54-669E-4DD2-AD04-7E7B41127BD5}" presName="desTx" presStyleLbl="alignAccFollowNode1" presStyleIdx="3" presStyleCnt="7">
        <dgm:presLayoutVars/>
      </dgm:prSet>
      <dgm:spPr/>
    </dgm:pt>
    <dgm:pt modelId="{65339EA7-D1DF-4B62-9C72-34DE6D6DEC71}" type="pres">
      <dgm:prSet presAssocID="{34EF5D88-3A2D-477D-8CBA-FACF0DEB1B39}" presName="space" presStyleCnt="0"/>
      <dgm:spPr/>
    </dgm:pt>
    <dgm:pt modelId="{4D41B95F-1435-4F22-8C3D-AC30F07264A3}" type="pres">
      <dgm:prSet presAssocID="{4CC738ED-9B9E-4DB9-8A29-76E53A7F98D7}" presName="composite" presStyleCnt="0"/>
      <dgm:spPr/>
    </dgm:pt>
    <dgm:pt modelId="{22315326-AAFA-455F-BF08-737964F35059}" type="pres">
      <dgm:prSet presAssocID="{4CC738ED-9B9E-4DB9-8A29-76E53A7F98D7}" presName="parTx" presStyleLbl="alignNode1" presStyleIdx="4" presStyleCnt="7">
        <dgm:presLayoutVars>
          <dgm:chMax val="0"/>
          <dgm:chPref val="0"/>
        </dgm:presLayoutVars>
      </dgm:prSet>
      <dgm:spPr/>
    </dgm:pt>
    <dgm:pt modelId="{857D26C3-7545-4F25-980F-19E1C58A5E30}" type="pres">
      <dgm:prSet presAssocID="{4CC738ED-9B9E-4DB9-8A29-76E53A7F98D7}" presName="desTx" presStyleLbl="alignAccFollowNode1" presStyleIdx="4" presStyleCnt="7">
        <dgm:presLayoutVars/>
      </dgm:prSet>
      <dgm:spPr/>
    </dgm:pt>
    <dgm:pt modelId="{5446A149-A96E-4164-BB39-999901BF304E}" type="pres">
      <dgm:prSet presAssocID="{16A8C267-83B4-4DF5-95D8-EEDA264AE044}" presName="space" presStyleCnt="0"/>
      <dgm:spPr/>
    </dgm:pt>
    <dgm:pt modelId="{7298E3BF-73EF-44C7-9378-6921373B8344}" type="pres">
      <dgm:prSet presAssocID="{1BD865E2-8B1A-477B-A798-1BC582FF9BBC}" presName="composite" presStyleCnt="0"/>
      <dgm:spPr/>
    </dgm:pt>
    <dgm:pt modelId="{A3CFFFB1-3FB1-4570-AE28-E80015BC2705}" type="pres">
      <dgm:prSet presAssocID="{1BD865E2-8B1A-477B-A798-1BC582FF9BBC}" presName="parTx" presStyleLbl="alignNode1" presStyleIdx="5" presStyleCnt="7">
        <dgm:presLayoutVars>
          <dgm:chMax val="0"/>
          <dgm:chPref val="0"/>
        </dgm:presLayoutVars>
      </dgm:prSet>
      <dgm:spPr/>
    </dgm:pt>
    <dgm:pt modelId="{B8158CA7-0AF3-465C-9A61-114073BA4467}" type="pres">
      <dgm:prSet presAssocID="{1BD865E2-8B1A-477B-A798-1BC582FF9BBC}" presName="desTx" presStyleLbl="alignAccFollowNode1" presStyleIdx="5" presStyleCnt="7">
        <dgm:presLayoutVars/>
      </dgm:prSet>
      <dgm:spPr/>
    </dgm:pt>
    <dgm:pt modelId="{651EE15E-7A6B-474D-BC37-B90A8793ABCC}" type="pres">
      <dgm:prSet presAssocID="{8045FD05-35DF-4DA8-8222-85FAA25EF61E}" presName="space" presStyleCnt="0"/>
      <dgm:spPr/>
    </dgm:pt>
    <dgm:pt modelId="{9A0500C5-2895-4366-B72D-488865948767}" type="pres">
      <dgm:prSet presAssocID="{3D132F41-9DEA-4C61-97EB-C1F309C9CFE8}" presName="composite" presStyleCnt="0"/>
      <dgm:spPr/>
    </dgm:pt>
    <dgm:pt modelId="{89B8602D-AB32-4941-A07E-ECDFE9CB006A}" type="pres">
      <dgm:prSet presAssocID="{3D132F41-9DEA-4C61-97EB-C1F309C9CFE8}" presName="parTx" presStyleLbl="alignNode1" presStyleIdx="6" presStyleCnt="7">
        <dgm:presLayoutVars>
          <dgm:chMax val="0"/>
          <dgm:chPref val="0"/>
        </dgm:presLayoutVars>
      </dgm:prSet>
      <dgm:spPr/>
    </dgm:pt>
    <dgm:pt modelId="{BF0DBA5D-BC5C-429A-B4E4-5049F2DEF884}" type="pres">
      <dgm:prSet presAssocID="{3D132F41-9DEA-4C61-97EB-C1F309C9CFE8}" presName="desTx" presStyleLbl="alignAccFollowNode1" presStyleIdx="6" presStyleCnt="7">
        <dgm:presLayoutVars/>
      </dgm:prSet>
      <dgm:spPr/>
    </dgm:pt>
  </dgm:ptLst>
  <dgm:cxnLst>
    <dgm:cxn modelId="{C8F87802-0AD9-4208-B08E-35C810E2F581}" srcId="{B73B1238-7923-48C7-ABE9-FACBBB3832A7}" destId="{06598F53-E5D4-453C-9371-3A02B99039CF}" srcOrd="2" destOrd="0" parTransId="{D4204FBA-28B5-4B1C-9E9D-6D116644DA10}" sibTransId="{8642233E-9F5C-4565-A1E2-95C753EBF591}"/>
    <dgm:cxn modelId="{11829905-B4DB-4799-B4D3-03A24CCFFE19}" srcId="{54599F1E-9F16-45A0-B7A4-8B1E1A3BA92C}" destId="{B73B1238-7923-48C7-ABE9-FACBBB3832A7}" srcOrd="0" destOrd="0" parTransId="{10A1987A-D226-4C52-BA41-D89284095598}" sibTransId="{34E5E44F-CDAA-4BCB-B3F8-26B37AAAF740}"/>
    <dgm:cxn modelId="{8DC1A106-D9D8-408B-9677-622D41837A3E}" type="presOf" srcId="{754F0A54-669E-4DD2-AD04-7E7B41127BD5}" destId="{051D59D2-5011-4173-981B-7C4C52815315}" srcOrd="0" destOrd="0" presId="urn:microsoft.com/office/officeart/2016/7/layout/ChevronBlockProcess"/>
    <dgm:cxn modelId="{48465C0A-3FB0-42A2-BE9B-24128FD58321}" type="presOf" srcId="{54599F1E-9F16-45A0-B7A4-8B1E1A3BA92C}" destId="{D76D8A39-AFAB-4590-9ADA-70A843A078E6}" srcOrd="0" destOrd="0" presId="urn:microsoft.com/office/officeart/2016/7/layout/ChevronBlockProcess"/>
    <dgm:cxn modelId="{F2BFAE2F-4B98-4586-B6A0-ED733A83B348}" srcId="{B73B1238-7923-48C7-ABE9-FACBBB3832A7}" destId="{9E13A00F-FB41-441A-838F-64BEF21FDB0D}" srcOrd="0" destOrd="0" parTransId="{6744D463-D826-45BE-8454-7A56A701A235}" sibTransId="{B822A0BD-9962-449E-8379-DA14F1CF70CF}"/>
    <dgm:cxn modelId="{3DB48B32-9660-434A-AD98-2E7F46E0CBBE}" srcId="{54599F1E-9F16-45A0-B7A4-8B1E1A3BA92C}" destId="{3D132F41-9DEA-4C61-97EB-C1F309C9CFE8}" srcOrd="6" destOrd="0" parTransId="{6C0CC1E0-9479-4561-AAC6-A00AD6758E79}" sibTransId="{88471558-6565-4E3C-9C1F-6C85CCC274F2}"/>
    <dgm:cxn modelId="{0B07FF39-EB1C-41D6-8687-621CFC6AFEDA}" srcId="{34987020-E065-4987-B47F-CA0A99D3B971}" destId="{74A738E7-1343-42D1-ABE8-B4DFE7ED4DF6}" srcOrd="0" destOrd="0" parTransId="{6F07F362-4AB4-4E83-A63E-F6405440CA8F}" sibTransId="{93CB7C23-6B20-4E9D-A56A-253B080EFCC3}"/>
    <dgm:cxn modelId="{AC4D145C-2A9C-45B4-8583-3184D484798E}" type="presOf" srcId="{3D132F41-9DEA-4C61-97EB-C1F309C9CFE8}" destId="{89B8602D-AB32-4941-A07E-ECDFE9CB006A}" srcOrd="0" destOrd="0" presId="urn:microsoft.com/office/officeart/2016/7/layout/ChevronBlockProcess"/>
    <dgm:cxn modelId="{385D2160-0CDB-45DE-84AB-3EA84E31D4BD}" type="presOf" srcId="{9E7B3104-712F-455F-83AD-F8CADC38338C}" destId="{857D26C3-7545-4F25-980F-19E1C58A5E30}" srcOrd="0" destOrd="0" presId="urn:microsoft.com/office/officeart/2016/7/layout/ChevronBlockProcess"/>
    <dgm:cxn modelId="{13A45E61-42F5-4B6E-A132-DA977F73AC2F}" type="presOf" srcId="{4ACF1667-D5F3-4B78-A499-BF09EBCAE075}" destId="{312EA159-4F3C-4FE9-8ED5-E9A8517E897B}" srcOrd="0" destOrd="0" presId="urn:microsoft.com/office/officeart/2016/7/layout/ChevronBlockProcess"/>
    <dgm:cxn modelId="{57FA3A42-55EF-4483-AFF8-C57A6397ED80}" srcId="{54599F1E-9F16-45A0-B7A4-8B1E1A3BA92C}" destId="{34987020-E065-4987-B47F-CA0A99D3B971}" srcOrd="2" destOrd="0" parTransId="{8F8E13F2-E025-4A97-B30F-53971079A412}" sibTransId="{23DEBF26-9AE3-4046-9F54-C073D41B87C5}"/>
    <dgm:cxn modelId="{757D6966-D7F9-4EAA-BFDC-57A914C2BE49}" srcId="{4CC738ED-9B9E-4DB9-8A29-76E53A7F98D7}" destId="{9E7B3104-712F-455F-83AD-F8CADC38338C}" srcOrd="0" destOrd="0" parTransId="{BCC7673B-07A4-4145-88C0-573C4407C41F}" sibTransId="{4AF1CDC6-798F-4FE3-A684-A087C0366D0F}"/>
    <dgm:cxn modelId="{B3F09549-8EA0-4021-96E7-4D8441B0D33E}" srcId="{754F0A54-669E-4DD2-AD04-7E7B41127BD5}" destId="{7EFD594B-E294-4C5B-9F6B-6D7E4A5296EE}" srcOrd="0" destOrd="0" parTransId="{92EAE2C7-8A2D-4310-A853-6BFA712008E8}" sibTransId="{CF882C62-6174-4B88-9BA1-8EEAC33E6A2E}"/>
    <dgm:cxn modelId="{9FCA716F-BB0F-485A-A37B-109150E294EC}" srcId="{54599F1E-9F16-45A0-B7A4-8B1E1A3BA92C}" destId="{1BD865E2-8B1A-477B-A798-1BC582FF9BBC}" srcOrd="5" destOrd="0" parTransId="{AB8B7DA9-CE18-4B6A-976E-75B866ACDD01}" sibTransId="{8045FD05-35DF-4DA8-8222-85FAA25EF61E}"/>
    <dgm:cxn modelId="{362B8F74-FCBF-43F9-8AC4-A12700AA8FF7}" srcId="{3B74C516-1A02-431D-89BC-3DB4885E9625}" destId="{4ACF1667-D5F3-4B78-A499-BF09EBCAE075}" srcOrd="0" destOrd="0" parTransId="{2DBF5AB5-8123-49E0-A1ED-FE7B1A30376D}" sibTransId="{B82F3DA3-BAC5-40D9-975B-20C14A00464F}"/>
    <dgm:cxn modelId="{4F14A954-5426-46D4-81FE-777C9116F39E}" srcId="{B73B1238-7923-48C7-ABE9-FACBBB3832A7}" destId="{03EF6AB2-52EA-4558-AC11-B521DCEFB870}" srcOrd="1" destOrd="0" parTransId="{F2699EDE-8578-4E20-ABD2-8DD3A2D8BD4F}" sibTransId="{6D5E6109-9B3E-4DAF-8E0F-3B35EC0FC7D7}"/>
    <dgm:cxn modelId="{7376CB56-3F37-44D9-9389-54941CEDD18C}" type="presOf" srcId="{06598F53-E5D4-453C-9371-3A02B99039CF}" destId="{20D96762-97A0-470C-9FBB-632E6E27EFE9}" srcOrd="0" destOrd="2" presId="urn:microsoft.com/office/officeart/2016/7/layout/ChevronBlockProcess"/>
    <dgm:cxn modelId="{AC3EDC78-AECD-430E-8A40-FAE36F41E365}" type="presOf" srcId="{780EEEFC-5117-4617-BC8C-367A804F313F}" destId="{BF0DBA5D-BC5C-429A-B4E4-5049F2DEF884}" srcOrd="0" destOrd="0" presId="urn:microsoft.com/office/officeart/2016/7/layout/ChevronBlockProcess"/>
    <dgm:cxn modelId="{DCF9FB5A-6FDD-45B4-B05A-94F3E8872CF4}" srcId="{54599F1E-9F16-45A0-B7A4-8B1E1A3BA92C}" destId="{754F0A54-669E-4DD2-AD04-7E7B41127BD5}" srcOrd="3" destOrd="0" parTransId="{5927736F-C96E-48BA-8621-A5E642A065E7}" sibTransId="{34EF5D88-3A2D-477D-8CBA-FACF0DEB1B39}"/>
    <dgm:cxn modelId="{D47DB396-C565-48B7-A93C-B3F4B196196F}" srcId="{1BD865E2-8B1A-477B-A798-1BC582FF9BBC}" destId="{3AF2A6B2-2120-4FC2-AB94-83A7D3B38353}" srcOrd="0" destOrd="0" parTransId="{FD67117C-1DFD-400F-809A-D4B68BA60A3B}" sibTransId="{BEA75424-558F-4028-9A5E-CB0717DB9452}"/>
    <dgm:cxn modelId="{25A4B7B1-A6BD-46CA-AD26-EE5FD4022E1E}" type="presOf" srcId="{7EFD594B-E294-4C5B-9F6B-6D7E4A5296EE}" destId="{0DDD180D-A51B-4119-AA9E-ADCD16A5A98D}" srcOrd="0" destOrd="0" presId="urn:microsoft.com/office/officeart/2016/7/layout/ChevronBlockProcess"/>
    <dgm:cxn modelId="{225E3FC3-380A-4368-BFC3-4EF20092970D}" srcId="{54599F1E-9F16-45A0-B7A4-8B1E1A3BA92C}" destId="{3B74C516-1A02-431D-89BC-3DB4885E9625}" srcOrd="1" destOrd="0" parTransId="{8C1E5477-30A6-4A76-9DEF-1F47626618FA}" sibTransId="{CDC9FD16-C91F-4B00-92F1-79FA10463A2D}"/>
    <dgm:cxn modelId="{166870C6-F17F-4D70-97EB-B7AA76360626}" type="presOf" srcId="{34987020-E065-4987-B47F-CA0A99D3B971}" destId="{A3D33916-F0A3-41EE-8DF9-F34AB6151A36}" srcOrd="0" destOrd="0" presId="urn:microsoft.com/office/officeart/2016/7/layout/ChevronBlockProcess"/>
    <dgm:cxn modelId="{3F761BC7-9FDD-4896-92D2-40270B2EDC5B}" type="presOf" srcId="{3AF2A6B2-2120-4FC2-AB94-83A7D3B38353}" destId="{B8158CA7-0AF3-465C-9A61-114073BA4467}" srcOrd="0" destOrd="0" presId="urn:microsoft.com/office/officeart/2016/7/layout/ChevronBlockProcess"/>
    <dgm:cxn modelId="{D1EDFBCC-C2C0-428E-A674-4E45F4E015E9}" type="presOf" srcId="{4CC738ED-9B9E-4DB9-8A29-76E53A7F98D7}" destId="{22315326-AAFA-455F-BF08-737964F35059}" srcOrd="0" destOrd="0" presId="urn:microsoft.com/office/officeart/2016/7/layout/ChevronBlockProcess"/>
    <dgm:cxn modelId="{8C636FCE-1E8D-4754-B45B-5883D1F90FBE}" type="presOf" srcId="{1BD865E2-8B1A-477B-A798-1BC582FF9BBC}" destId="{A3CFFFB1-3FB1-4570-AE28-E80015BC2705}" srcOrd="0" destOrd="0" presId="urn:microsoft.com/office/officeart/2016/7/layout/ChevronBlockProcess"/>
    <dgm:cxn modelId="{95D6D4CE-2F57-4CFE-93A4-60E691060DAA}" type="presOf" srcId="{74A738E7-1343-42D1-ABE8-B4DFE7ED4DF6}" destId="{1E7DDAB4-FEB2-4646-A347-907F2E8A0528}" srcOrd="0" destOrd="0" presId="urn:microsoft.com/office/officeart/2016/7/layout/ChevronBlockProcess"/>
    <dgm:cxn modelId="{4D742DD1-0E01-49F0-BD42-63182047315D}" type="presOf" srcId="{03EF6AB2-52EA-4558-AC11-B521DCEFB870}" destId="{20D96762-97A0-470C-9FBB-632E6E27EFE9}" srcOrd="0" destOrd="1" presId="urn:microsoft.com/office/officeart/2016/7/layout/ChevronBlockProcess"/>
    <dgm:cxn modelId="{81593BDE-5104-4A71-8387-EDF4235590BA}" srcId="{54599F1E-9F16-45A0-B7A4-8B1E1A3BA92C}" destId="{4CC738ED-9B9E-4DB9-8A29-76E53A7F98D7}" srcOrd="4" destOrd="0" parTransId="{AE374C4E-CBFA-4CE2-BC29-B719323EFD21}" sibTransId="{16A8C267-83B4-4DF5-95D8-EEDA264AE044}"/>
    <dgm:cxn modelId="{231D15E0-965A-4835-BFF8-B873CA15ABE9}" type="presOf" srcId="{3B74C516-1A02-431D-89BC-3DB4885E9625}" destId="{35D36832-1BBE-43BD-9236-A527F6296E52}" srcOrd="0" destOrd="0" presId="urn:microsoft.com/office/officeart/2016/7/layout/ChevronBlockProcess"/>
    <dgm:cxn modelId="{B31E41EA-62AA-40CF-BD21-12CE1A41CA3C}" type="presOf" srcId="{9E13A00F-FB41-441A-838F-64BEF21FDB0D}" destId="{20D96762-97A0-470C-9FBB-632E6E27EFE9}" srcOrd="0" destOrd="0" presId="urn:microsoft.com/office/officeart/2016/7/layout/ChevronBlockProcess"/>
    <dgm:cxn modelId="{BBA4EFF7-00DD-455D-B3F0-E32D4C3152D8}" type="presOf" srcId="{B73B1238-7923-48C7-ABE9-FACBBB3832A7}" destId="{8EF171A3-6EBD-4520-9D64-FD9F390E1F97}" srcOrd="0" destOrd="0" presId="urn:microsoft.com/office/officeart/2016/7/layout/ChevronBlockProcess"/>
    <dgm:cxn modelId="{57B1E4FD-329D-42C3-B3CC-052EE6720C5A}" srcId="{3D132F41-9DEA-4C61-97EB-C1F309C9CFE8}" destId="{780EEEFC-5117-4617-BC8C-367A804F313F}" srcOrd="0" destOrd="0" parTransId="{245E7726-334A-4C95-8A27-5083D7334FE8}" sibTransId="{271A2AFF-8B6B-45C0-933C-50B23707A5D5}"/>
    <dgm:cxn modelId="{C46345AE-621F-49F9-BA0B-EE01B7D4BDD6}" type="presParOf" srcId="{D76D8A39-AFAB-4590-9ADA-70A843A078E6}" destId="{CB6424A0-B346-4473-A5EC-B6CE292A004A}" srcOrd="0" destOrd="0" presId="urn:microsoft.com/office/officeart/2016/7/layout/ChevronBlockProcess"/>
    <dgm:cxn modelId="{046F9BDE-E7CD-4687-96F5-D476BEF3FC9E}" type="presParOf" srcId="{CB6424A0-B346-4473-A5EC-B6CE292A004A}" destId="{8EF171A3-6EBD-4520-9D64-FD9F390E1F97}" srcOrd="0" destOrd="0" presId="urn:microsoft.com/office/officeart/2016/7/layout/ChevronBlockProcess"/>
    <dgm:cxn modelId="{E9282BD0-BF35-4027-9937-1DAB8028D595}" type="presParOf" srcId="{CB6424A0-B346-4473-A5EC-B6CE292A004A}" destId="{20D96762-97A0-470C-9FBB-632E6E27EFE9}" srcOrd="1" destOrd="0" presId="urn:microsoft.com/office/officeart/2016/7/layout/ChevronBlockProcess"/>
    <dgm:cxn modelId="{9C8C66D6-82E0-4C10-BB0F-CDDEF4E67666}" type="presParOf" srcId="{D76D8A39-AFAB-4590-9ADA-70A843A078E6}" destId="{7DB2ED02-4BF4-48F8-B67D-AAB13939F31E}" srcOrd="1" destOrd="0" presId="urn:microsoft.com/office/officeart/2016/7/layout/ChevronBlockProcess"/>
    <dgm:cxn modelId="{3E8C6EF6-294E-428D-9A47-A3D9A2D40266}" type="presParOf" srcId="{D76D8A39-AFAB-4590-9ADA-70A843A078E6}" destId="{8B53BCB4-8F0A-45BA-AA2E-8DA54271E055}" srcOrd="2" destOrd="0" presId="urn:microsoft.com/office/officeart/2016/7/layout/ChevronBlockProcess"/>
    <dgm:cxn modelId="{5C5A6CED-0C90-4220-8537-335F8D151ADB}" type="presParOf" srcId="{8B53BCB4-8F0A-45BA-AA2E-8DA54271E055}" destId="{35D36832-1BBE-43BD-9236-A527F6296E52}" srcOrd="0" destOrd="0" presId="urn:microsoft.com/office/officeart/2016/7/layout/ChevronBlockProcess"/>
    <dgm:cxn modelId="{ED2364CE-2AE5-4B00-8482-B0DE14190F83}" type="presParOf" srcId="{8B53BCB4-8F0A-45BA-AA2E-8DA54271E055}" destId="{312EA159-4F3C-4FE9-8ED5-E9A8517E897B}" srcOrd="1" destOrd="0" presId="urn:microsoft.com/office/officeart/2016/7/layout/ChevronBlockProcess"/>
    <dgm:cxn modelId="{FDD64AAE-D87E-4C57-A32A-1DD585514694}" type="presParOf" srcId="{D76D8A39-AFAB-4590-9ADA-70A843A078E6}" destId="{003622A2-1699-4413-9AA9-93E0EDBD3C7E}" srcOrd="3" destOrd="0" presId="urn:microsoft.com/office/officeart/2016/7/layout/ChevronBlockProcess"/>
    <dgm:cxn modelId="{B20A3593-25E6-4552-A0A7-23C76AB79EC1}" type="presParOf" srcId="{D76D8A39-AFAB-4590-9ADA-70A843A078E6}" destId="{817920AE-C3B4-4880-B9E2-70B57EEF8BF8}" srcOrd="4" destOrd="0" presId="urn:microsoft.com/office/officeart/2016/7/layout/ChevronBlockProcess"/>
    <dgm:cxn modelId="{850C5D7B-582F-4965-8A84-4FAE4C3C3035}" type="presParOf" srcId="{817920AE-C3B4-4880-B9E2-70B57EEF8BF8}" destId="{A3D33916-F0A3-41EE-8DF9-F34AB6151A36}" srcOrd="0" destOrd="0" presId="urn:microsoft.com/office/officeart/2016/7/layout/ChevronBlockProcess"/>
    <dgm:cxn modelId="{3B9D5EC0-7B77-40D9-8FEA-FCFAD2BCC148}" type="presParOf" srcId="{817920AE-C3B4-4880-B9E2-70B57EEF8BF8}" destId="{1E7DDAB4-FEB2-4646-A347-907F2E8A0528}" srcOrd="1" destOrd="0" presId="urn:microsoft.com/office/officeart/2016/7/layout/ChevronBlockProcess"/>
    <dgm:cxn modelId="{0FF91136-40E8-49E9-990C-25D27BD084A7}" type="presParOf" srcId="{D76D8A39-AFAB-4590-9ADA-70A843A078E6}" destId="{F5BD6B97-79A0-48A3-A61E-587C71BF641A}" srcOrd="5" destOrd="0" presId="urn:microsoft.com/office/officeart/2016/7/layout/ChevronBlockProcess"/>
    <dgm:cxn modelId="{8405683A-7B52-4B73-A76B-D1C3F8413696}" type="presParOf" srcId="{D76D8A39-AFAB-4590-9ADA-70A843A078E6}" destId="{C3024D5E-A945-4069-9802-37DE1262E4A7}" srcOrd="6" destOrd="0" presId="urn:microsoft.com/office/officeart/2016/7/layout/ChevronBlockProcess"/>
    <dgm:cxn modelId="{D0C8AC14-9306-4471-9589-815D299F8653}" type="presParOf" srcId="{C3024D5E-A945-4069-9802-37DE1262E4A7}" destId="{051D59D2-5011-4173-981B-7C4C52815315}" srcOrd="0" destOrd="0" presId="urn:microsoft.com/office/officeart/2016/7/layout/ChevronBlockProcess"/>
    <dgm:cxn modelId="{517C3083-9331-46C0-AA14-BFEB8B2C42C2}" type="presParOf" srcId="{C3024D5E-A945-4069-9802-37DE1262E4A7}" destId="{0DDD180D-A51B-4119-AA9E-ADCD16A5A98D}" srcOrd="1" destOrd="0" presId="urn:microsoft.com/office/officeart/2016/7/layout/ChevronBlockProcess"/>
    <dgm:cxn modelId="{91E73347-6CF6-4630-8530-0912F4CCF89C}" type="presParOf" srcId="{D76D8A39-AFAB-4590-9ADA-70A843A078E6}" destId="{65339EA7-D1DF-4B62-9C72-34DE6D6DEC71}" srcOrd="7" destOrd="0" presId="urn:microsoft.com/office/officeart/2016/7/layout/ChevronBlockProcess"/>
    <dgm:cxn modelId="{EF8675A4-EC6B-4E21-9749-624A7CACB265}" type="presParOf" srcId="{D76D8A39-AFAB-4590-9ADA-70A843A078E6}" destId="{4D41B95F-1435-4F22-8C3D-AC30F07264A3}" srcOrd="8" destOrd="0" presId="urn:microsoft.com/office/officeart/2016/7/layout/ChevronBlockProcess"/>
    <dgm:cxn modelId="{72E48B0D-D057-4A62-B8A2-E7E218C2CD32}" type="presParOf" srcId="{4D41B95F-1435-4F22-8C3D-AC30F07264A3}" destId="{22315326-AAFA-455F-BF08-737964F35059}" srcOrd="0" destOrd="0" presId="urn:microsoft.com/office/officeart/2016/7/layout/ChevronBlockProcess"/>
    <dgm:cxn modelId="{31AD669A-83E2-4E35-BB10-9DB83E6278BB}" type="presParOf" srcId="{4D41B95F-1435-4F22-8C3D-AC30F07264A3}" destId="{857D26C3-7545-4F25-980F-19E1C58A5E30}" srcOrd="1" destOrd="0" presId="urn:microsoft.com/office/officeart/2016/7/layout/ChevronBlockProcess"/>
    <dgm:cxn modelId="{0F1CA577-D496-40DC-8B22-4199ADDB8DC4}" type="presParOf" srcId="{D76D8A39-AFAB-4590-9ADA-70A843A078E6}" destId="{5446A149-A96E-4164-BB39-999901BF304E}" srcOrd="9" destOrd="0" presId="urn:microsoft.com/office/officeart/2016/7/layout/ChevronBlockProcess"/>
    <dgm:cxn modelId="{3917B7B3-9E30-4EC9-B0EA-3A14C3F4BFDB}" type="presParOf" srcId="{D76D8A39-AFAB-4590-9ADA-70A843A078E6}" destId="{7298E3BF-73EF-44C7-9378-6921373B8344}" srcOrd="10" destOrd="0" presId="urn:microsoft.com/office/officeart/2016/7/layout/ChevronBlockProcess"/>
    <dgm:cxn modelId="{967594CF-ABA4-4542-A53E-DA6247920558}" type="presParOf" srcId="{7298E3BF-73EF-44C7-9378-6921373B8344}" destId="{A3CFFFB1-3FB1-4570-AE28-E80015BC2705}" srcOrd="0" destOrd="0" presId="urn:microsoft.com/office/officeart/2016/7/layout/ChevronBlockProcess"/>
    <dgm:cxn modelId="{87EE58D8-ECEC-464C-B61C-31B4782139E5}" type="presParOf" srcId="{7298E3BF-73EF-44C7-9378-6921373B8344}" destId="{B8158CA7-0AF3-465C-9A61-114073BA4467}" srcOrd="1" destOrd="0" presId="urn:microsoft.com/office/officeart/2016/7/layout/ChevronBlockProcess"/>
    <dgm:cxn modelId="{6073EB86-2280-47BB-99FE-2CA2F421FE3F}" type="presParOf" srcId="{D76D8A39-AFAB-4590-9ADA-70A843A078E6}" destId="{651EE15E-7A6B-474D-BC37-B90A8793ABCC}" srcOrd="11" destOrd="0" presId="urn:microsoft.com/office/officeart/2016/7/layout/ChevronBlockProcess"/>
    <dgm:cxn modelId="{4735DB30-F12F-4A8B-AAAF-D249977C83BA}" type="presParOf" srcId="{D76D8A39-AFAB-4590-9ADA-70A843A078E6}" destId="{9A0500C5-2895-4366-B72D-488865948767}" srcOrd="12" destOrd="0" presId="urn:microsoft.com/office/officeart/2016/7/layout/ChevronBlockProcess"/>
    <dgm:cxn modelId="{205253B8-A17E-4F4A-A6E8-B45FDA244C8F}" type="presParOf" srcId="{9A0500C5-2895-4366-B72D-488865948767}" destId="{89B8602D-AB32-4941-A07E-ECDFE9CB006A}" srcOrd="0" destOrd="0" presId="urn:microsoft.com/office/officeart/2016/7/layout/ChevronBlockProcess"/>
    <dgm:cxn modelId="{7CEE6D91-482F-40FF-9740-0F775A3BC694}" type="presParOf" srcId="{9A0500C5-2895-4366-B72D-488865948767}" destId="{BF0DBA5D-BC5C-429A-B4E4-5049F2DEF884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F171A3-6EBD-4520-9D64-FD9F390E1F97}">
      <dsp:nvSpPr>
        <dsp:cNvPr id="0" name=""/>
        <dsp:cNvSpPr/>
      </dsp:nvSpPr>
      <dsp:spPr>
        <a:xfrm>
          <a:off x="8082" y="63168"/>
          <a:ext cx="1344584" cy="40337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806" tIns="49806" rIns="49806" bIns="49806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Launch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129095" y="63168"/>
        <a:ext cx="1102559" cy="403375"/>
      </dsp:txXfrm>
    </dsp:sp>
    <dsp:sp modelId="{20D96762-97A0-470C-9FBB-632E6E27EFE9}">
      <dsp:nvSpPr>
        <dsp:cNvPr id="0" name=""/>
        <dsp:cNvSpPr/>
      </dsp:nvSpPr>
      <dsp:spPr>
        <a:xfrm>
          <a:off x="8082" y="466543"/>
          <a:ext cx="1223572" cy="273379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689" tIns="96689" rIns="96689" bIns="193379" numCol="1" spcCol="1270" anchor="t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Eligible loyalty members gain access to StockLoyal
Minimum points and tier requirements enforced
Investment feature enabled within merchant program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8082" y="466543"/>
        <a:ext cx="1223572" cy="2733792"/>
      </dsp:txXfrm>
    </dsp:sp>
    <dsp:sp modelId="{D734C0BC-C5A2-448A-BBF1-3B965B1DC6C5}">
      <dsp:nvSpPr>
        <dsp:cNvPr id="0" name=""/>
        <dsp:cNvSpPr/>
      </dsp:nvSpPr>
      <dsp:spPr>
        <a:xfrm>
          <a:off x="1313272" y="63168"/>
          <a:ext cx="1344584" cy="40337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806" tIns="49806" rIns="49806" bIns="49806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Member Profile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1434285" y="63168"/>
        <a:ext cx="1102559" cy="403375"/>
      </dsp:txXfrm>
    </dsp:sp>
    <dsp:sp modelId="{1560CEEF-876F-42DB-8CFB-DEF1FD76DDCA}">
      <dsp:nvSpPr>
        <dsp:cNvPr id="0" name=""/>
        <dsp:cNvSpPr/>
      </dsp:nvSpPr>
      <dsp:spPr>
        <a:xfrm>
          <a:off x="1313272" y="466543"/>
          <a:ext cx="1223572" cy="2733792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689" tIns="96689" rIns="96689" bIns="193379" numCol="1" spcCol="1270" anchor="t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Provide basic profile information
Upload profile photo (optional)
Personalize account and social features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1313272" y="466543"/>
        <a:ext cx="1223572" cy="2733792"/>
      </dsp:txXfrm>
    </dsp:sp>
    <dsp:sp modelId="{ADA6F0ED-BC77-443B-9E78-C088A566B8B3}">
      <dsp:nvSpPr>
        <dsp:cNvPr id="0" name=""/>
        <dsp:cNvSpPr/>
      </dsp:nvSpPr>
      <dsp:spPr>
        <a:xfrm>
          <a:off x="2618462" y="63168"/>
          <a:ext cx="1344584" cy="40337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806" tIns="49806" rIns="49806" bIns="49806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Select Broker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2739475" y="63168"/>
        <a:ext cx="1102559" cy="403375"/>
      </dsp:txXfrm>
    </dsp:sp>
    <dsp:sp modelId="{1A4602B5-3EA8-4E69-85C5-C39DCC9A1474}">
      <dsp:nvSpPr>
        <dsp:cNvPr id="0" name=""/>
        <dsp:cNvSpPr/>
      </dsp:nvSpPr>
      <dsp:spPr>
        <a:xfrm>
          <a:off x="2618462" y="466543"/>
          <a:ext cx="1223572" cy="2733792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689" tIns="96689" rIns="96689" bIns="193379" numCol="1" spcCol="1270" anchor="t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Member must have an active brokerage account
Broker must support fractional shares
Member securely links broker credentials
Credentials are not visible to StockLoyal
Broker confirms account connection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2618462" y="466543"/>
        <a:ext cx="1223572" cy="2733792"/>
      </dsp:txXfrm>
    </dsp:sp>
    <dsp:sp modelId="{61C35897-B2D8-4CF8-8744-3D042E4148E4}">
      <dsp:nvSpPr>
        <dsp:cNvPr id="0" name=""/>
        <dsp:cNvSpPr/>
      </dsp:nvSpPr>
      <dsp:spPr>
        <a:xfrm>
          <a:off x="3923652" y="63168"/>
          <a:ext cx="1344584" cy="40337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806" tIns="49806" rIns="49806" bIns="49806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Investment Election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4044665" y="63168"/>
        <a:ext cx="1102559" cy="403375"/>
      </dsp:txXfrm>
    </dsp:sp>
    <dsp:sp modelId="{02E8FB6B-C5B9-4806-B6A0-78B95474DA08}">
      <dsp:nvSpPr>
        <dsp:cNvPr id="0" name=""/>
        <dsp:cNvSpPr/>
      </dsp:nvSpPr>
      <dsp:spPr>
        <a:xfrm>
          <a:off x="3923652" y="466543"/>
          <a:ext cx="1223572" cy="273379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689" tIns="96689" rIns="96689" bIns="193379" numCol="1" spcCol="1270" anchor="t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latin typeface="Calibri" panose="020F0502020204030204"/>
              <a:ea typeface="+mn-ea"/>
              <a:cs typeface="+mn-cs"/>
            </a:rPr>
            <a:t>Choose investment frequency:
</a:t>
          </a:r>
          <a:r>
            <a:rPr lang="en-US" sz="1050" b="1" kern="1200" dirty="0">
              <a:latin typeface="Calibri" panose="020F0502020204030204"/>
              <a:ea typeface="+mn-ea"/>
              <a:cs typeface="+mn-cs"/>
            </a:rPr>
            <a:t>One-Time</a:t>
          </a:r>
          <a:r>
            <a:rPr lang="en-US" sz="1050" kern="1200" dirty="0">
              <a:latin typeface="Calibri" panose="020F0502020204030204"/>
              <a:ea typeface="+mn-ea"/>
              <a:cs typeface="+mn-cs"/>
            </a:rPr>
            <a:t>, Basket executes once
Basket cleared after execution
</a:t>
          </a:r>
          <a:r>
            <a:rPr lang="en-US" sz="1050" b="1" kern="1200" dirty="0">
              <a:latin typeface="Calibri" panose="020F0502020204030204"/>
              <a:ea typeface="+mn-ea"/>
              <a:cs typeface="+mn-cs"/>
            </a:rPr>
            <a:t>Monthly</a:t>
          </a:r>
          <a:r>
            <a:rPr lang="en-US" sz="1050" kern="1200" dirty="0">
              <a:latin typeface="Calibri" panose="020F0502020204030204"/>
              <a:ea typeface="+mn-ea"/>
              <a:cs typeface="+mn-cs"/>
            </a:rPr>
            <a:t>, Recurring sweep process
Executes when sufficient points are available</a:t>
          </a:r>
        </a:p>
      </dsp:txBody>
      <dsp:txXfrm>
        <a:off x="3923652" y="466543"/>
        <a:ext cx="1223572" cy="2733792"/>
      </dsp:txXfrm>
    </dsp:sp>
    <dsp:sp modelId="{8F47454C-CD4C-43AA-BAB1-888AE39FB8AE}">
      <dsp:nvSpPr>
        <dsp:cNvPr id="0" name=""/>
        <dsp:cNvSpPr/>
      </dsp:nvSpPr>
      <dsp:spPr>
        <a:xfrm>
          <a:off x="5228842" y="63168"/>
          <a:ext cx="1344584" cy="40337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806" tIns="49806" rIns="49806" bIns="49806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Wallet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5349855" y="63168"/>
        <a:ext cx="1102559" cy="403375"/>
      </dsp:txXfrm>
    </dsp:sp>
    <dsp:sp modelId="{9EDB14A2-2BFD-42AF-97CD-17AFAD327B51}">
      <dsp:nvSpPr>
        <dsp:cNvPr id="0" name=""/>
        <dsp:cNvSpPr/>
      </dsp:nvSpPr>
      <dsp:spPr>
        <a:xfrm>
          <a:off x="5228842" y="466543"/>
          <a:ext cx="1223572" cy="2733792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689" tIns="96689" rIns="96689" bIns="193379" numCol="1" spcCol="1270" anchor="t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View available loyalty points
See cash-equivalent value (based on conversion rate)
Access transaction history
View order history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5228842" y="466543"/>
        <a:ext cx="1223572" cy="2733792"/>
      </dsp:txXfrm>
    </dsp:sp>
    <dsp:sp modelId="{AC1B32DD-99DC-4BBC-B40E-D4107F6F543F}">
      <dsp:nvSpPr>
        <dsp:cNvPr id="0" name=""/>
        <dsp:cNvSpPr/>
      </dsp:nvSpPr>
      <dsp:spPr>
        <a:xfrm>
          <a:off x="6534032" y="63168"/>
          <a:ext cx="1344584" cy="40337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806" tIns="49806" rIns="49806" bIns="49806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Stock Picker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6655045" y="63168"/>
        <a:ext cx="1102559" cy="403375"/>
      </dsp:txXfrm>
    </dsp:sp>
    <dsp:sp modelId="{F0BDEB79-6224-40E1-B161-50D34EB6FB66}">
      <dsp:nvSpPr>
        <dsp:cNvPr id="0" name=""/>
        <dsp:cNvSpPr/>
      </dsp:nvSpPr>
      <dsp:spPr>
        <a:xfrm>
          <a:off x="6534032" y="466543"/>
          <a:ext cx="1223572" cy="273379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689" tIns="96689" rIns="96689" bIns="193379" numCol="1" spcCol="1270" anchor="t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>
              <a:latin typeface="Calibri" panose="020F0502020204030204"/>
              <a:ea typeface="+mn-ea"/>
              <a:cs typeface="+mn-cs"/>
            </a:rPr>
            <a:t>Browse categories or search securities
Add stocks/ETFs to personal Basket
Orders executed through linked broker
Basket saved for future sweeps (monthly members)</a:t>
          </a:r>
          <a:endParaRPr lang="en-US" sz="1050" kern="1200" dirty="0">
            <a:latin typeface="Calibri" panose="020F0502020204030204"/>
            <a:ea typeface="+mn-ea"/>
            <a:cs typeface="+mn-cs"/>
          </a:endParaRPr>
        </a:p>
      </dsp:txBody>
      <dsp:txXfrm>
        <a:off x="6534032" y="466543"/>
        <a:ext cx="1223572" cy="27337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F171A3-6EBD-4520-9D64-FD9F390E1F97}">
      <dsp:nvSpPr>
        <dsp:cNvPr id="0" name=""/>
        <dsp:cNvSpPr/>
      </dsp:nvSpPr>
      <dsp:spPr>
        <a:xfrm>
          <a:off x="4688" y="169"/>
          <a:ext cx="1156866" cy="347059"/>
        </a:xfrm>
        <a:prstGeom prst="chevron">
          <a:avLst>
            <a:gd name="adj" fmla="val 30000"/>
          </a:avLst>
        </a:prstGeom>
        <a:solidFill>
          <a:srgbClr val="ED7D31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Prepare</a:t>
          </a:r>
        </a:p>
      </dsp:txBody>
      <dsp:txXfrm>
        <a:off x="108806" y="169"/>
        <a:ext cx="948630" cy="347059"/>
      </dsp:txXfrm>
    </dsp:sp>
    <dsp:sp modelId="{20D96762-97A0-470C-9FBB-632E6E27EFE9}">
      <dsp:nvSpPr>
        <dsp:cNvPr id="0" name=""/>
        <dsp:cNvSpPr/>
      </dsp:nvSpPr>
      <dsp:spPr>
        <a:xfrm>
          <a:off x="4688" y="347229"/>
          <a:ext cx="1052748" cy="2916104"/>
        </a:xfrm>
        <a:prstGeom prst="rect">
          <a:avLst/>
        </a:prstGeom>
        <a:solidFill>
          <a:srgbClr val="ED7D31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Member selects securities in My Basket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Investment percentage applied to loyalty balance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Points converted to cash-equivalent value
Broker minimum / maximum limits enforced
Merchant completes funding reconciliation 
Batch approved for release
Orders marked</a:t>
          </a:r>
          <a:r>
            <a:rPr lang="en-US" sz="900" b="1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 Pending</a:t>
          </a:r>
        </a:p>
      </dsp:txBody>
      <dsp:txXfrm>
        <a:off x="4688" y="347229"/>
        <a:ext cx="1052748" cy="2916104"/>
      </dsp:txXfrm>
    </dsp:sp>
    <dsp:sp modelId="{35D36832-1BBE-43BD-9236-A527F6296E52}">
      <dsp:nvSpPr>
        <dsp:cNvPr id="0" name=""/>
        <dsp:cNvSpPr/>
      </dsp:nvSpPr>
      <dsp:spPr>
        <a:xfrm>
          <a:off x="1122198" y="169"/>
          <a:ext cx="1156866" cy="347059"/>
        </a:xfrm>
        <a:prstGeom prst="chevron">
          <a:avLst>
            <a:gd name="adj" fmla="val 30000"/>
          </a:avLst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Reserve Points</a:t>
          </a:r>
        </a:p>
      </dsp:txBody>
      <dsp:txXfrm>
        <a:off x="1226316" y="169"/>
        <a:ext cx="948630" cy="347059"/>
      </dsp:txXfrm>
    </dsp:sp>
    <dsp:sp modelId="{312EA159-4F3C-4FE9-8ED5-E9A8517E897B}">
      <dsp:nvSpPr>
        <dsp:cNvPr id="0" name=""/>
        <dsp:cNvSpPr/>
      </dsp:nvSpPr>
      <dsp:spPr>
        <a:xfrm>
          <a:off x="1122198" y="347229"/>
          <a:ext cx="1052748" cy="2916104"/>
        </a:xfrm>
        <a:prstGeom prst="rect">
          <a:avLst/>
        </a:prstGeom>
        <a:solidFill>
          <a:srgbClr val="A5A5A5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StockLoyal requests a points reservation hold from merchant
Merchant places hold on elected points
Reservation ID returned to StockLoyal
Points status updated to Reserved
Prevents double-spend or race conditions</a:t>
          </a:r>
        </a:p>
      </dsp:txBody>
      <dsp:txXfrm>
        <a:off x="1122198" y="347229"/>
        <a:ext cx="1052748" cy="2916104"/>
      </dsp:txXfrm>
    </dsp:sp>
    <dsp:sp modelId="{A3D33916-F0A3-41EE-8DF9-F34AB6151A36}">
      <dsp:nvSpPr>
        <dsp:cNvPr id="0" name=""/>
        <dsp:cNvSpPr/>
      </dsp:nvSpPr>
      <dsp:spPr>
        <a:xfrm>
          <a:off x="2239708" y="169"/>
          <a:ext cx="1156866" cy="347059"/>
        </a:xfrm>
        <a:prstGeom prst="chevron">
          <a:avLst>
            <a:gd name="adj" fmla="val 30000"/>
          </a:avLst>
        </a:prstGeom>
        <a:solidFill>
          <a:srgbClr val="FFC000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FFC000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Sweep (Order Submission)</a:t>
          </a:r>
        </a:p>
      </dsp:txBody>
      <dsp:txXfrm>
        <a:off x="2343826" y="169"/>
        <a:ext cx="948630" cy="347059"/>
      </dsp:txXfrm>
    </dsp:sp>
    <dsp:sp modelId="{1E7DDAB4-FEB2-4646-A347-907F2E8A0528}">
      <dsp:nvSpPr>
        <dsp:cNvPr id="0" name=""/>
        <dsp:cNvSpPr/>
      </dsp:nvSpPr>
      <dsp:spPr>
        <a:xfrm>
          <a:off x="2239708" y="347229"/>
          <a:ext cx="1052748" cy="2916104"/>
        </a:xfrm>
        <a:prstGeom prst="rect">
          <a:avLst/>
        </a:prstGeom>
        <a:solidFill>
          <a:srgbClr val="FFC000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FFC000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StockLoyal submits member buy orders to broker via secure webhook
Orders grouped by merchant and broker
Broker acknowledges receipt
Orders marked </a:t>
          </a:r>
          <a:r>
            <a:rPr lang="en-US" sz="900" b="1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Placed</a:t>
          </a:r>
        </a:p>
      </dsp:txBody>
      <dsp:txXfrm>
        <a:off x="2239708" y="347229"/>
        <a:ext cx="1052748" cy="2916104"/>
      </dsp:txXfrm>
    </dsp:sp>
    <dsp:sp modelId="{051D59D2-5011-4173-981B-7C4C52815315}">
      <dsp:nvSpPr>
        <dsp:cNvPr id="0" name=""/>
        <dsp:cNvSpPr/>
      </dsp:nvSpPr>
      <dsp:spPr>
        <a:xfrm>
          <a:off x="3357218" y="169"/>
          <a:ext cx="1156866" cy="347059"/>
        </a:xfrm>
        <a:prstGeom prst="chevron">
          <a:avLst>
            <a:gd name="adj" fmla="val 30000"/>
          </a:avLst>
        </a:prstGeom>
        <a:solidFill>
          <a:srgbClr val="5B9BD5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5B9BD5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Debit Points</a:t>
          </a:r>
        </a:p>
      </dsp:txBody>
      <dsp:txXfrm>
        <a:off x="3461336" y="169"/>
        <a:ext cx="948630" cy="347059"/>
      </dsp:txXfrm>
    </dsp:sp>
    <dsp:sp modelId="{0DDD180D-A51B-4119-AA9E-ADCD16A5A98D}">
      <dsp:nvSpPr>
        <dsp:cNvPr id="0" name=""/>
        <dsp:cNvSpPr/>
      </dsp:nvSpPr>
      <dsp:spPr>
        <a:xfrm>
          <a:off x="3357218" y="347229"/>
          <a:ext cx="1052748" cy="2916104"/>
        </a:xfrm>
        <a:prstGeom prst="rect">
          <a:avLst/>
        </a:prstGeom>
        <a:solidFill>
          <a:srgbClr val="5B9BD5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5B9BD5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Upon broker acknowledgment, StockLoyal sends points debit notification
Merchant converts reservation → final debit
Member loyalty balance reset accordingly
Full audit linkage:
Points status updated to Debited</a:t>
          </a:r>
        </a:p>
      </dsp:txBody>
      <dsp:txXfrm>
        <a:off x="3357218" y="347229"/>
        <a:ext cx="1052748" cy="2916104"/>
      </dsp:txXfrm>
    </dsp:sp>
    <dsp:sp modelId="{22315326-AAFA-455F-BF08-737964F35059}">
      <dsp:nvSpPr>
        <dsp:cNvPr id="0" name=""/>
        <dsp:cNvSpPr/>
      </dsp:nvSpPr>
      <dsp:spPr>
        <a:xfrm>
          <a:off x="4474728" y="169"/>
          <a:ext cx="1156866" cy="347059"/>
        </a:xfrm>
        <a:prstGeom prst="chevron">
          <a:avLst>
            <a:gd name="adj" fmla="val 30000"/>
          </a:avLst>
        </a:prstGeom>
        <a:solidFill>
          <a:srgbClr val="70AD47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70AD47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Broker Execution</a:t>
          </a:r>
        </a:p>
      </dsp:txBody>
      <dsp:txXfrm>
        <a:off x="4578846" y="169"/>
        <a:ext cx="948630" cy="347059"/>
      </dsp:txXfrm>
    </dsp:sp>
    <dsp:sp modelId="{857D26C3-7545-4F25-980F-19E1C58A5E30}">
      <dsp:nvSpPr>
        <dsp:cNvPr id="0" name=""/>
        <dsp:cNvSpPr/>
      </dsp:nvSpPr>
      <dsp:spPr>
        <a:xfrm>
          <a:off x="4474728" y="347229"/>
          <a:ext cx="1052748" cy="2916104"/>
        </a:xfrm>
        <a:prstGeom prst="rect">
          <a:avLst/>
        </a:prstGeom>
        <a:solidFill>
          <a:srgbClr val="70AD47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70AD47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Broker executes trades at market open (9:30 AM ET)
Trade confirmations returned via webhook
Orders marked </a:t>
          </a:r>
          <a:r>
            <a:rPr lang="en-US" sz="900" b="1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Confirmed</a:t>
          </a:r>
        </a:p>
      </dsp:txBody>
      <dsp:txXfrm>
        <a:off x="4474728" y="347229"/>
        <a:ext cx="1052748" cy="2916104"/>
      </dsp:txXfrm>
    </dsp:sp>
    <dsp:sp modelId="{A3CFFFB1-3FB1-4570-AE28-E80015BC2705}">
      <dsp:nvSpPr>
        <dsp:cNvPr id="0" name=""/>
        <dsp:cNvSpPr/>
      </dsp:nvSpPr>
      <dsp:spPr>
        <a:xfrm>
          <a:off x="5592238" y="169"/>
          <a:ext cx="1156866" cy="347059"/>
        </a:xfrm>
        <a:prstGeom prst="chevron">
          <a:avLst>
            <a:gd name="adj" fmla="val 30000"/>
          </a:avLst>
        </a:prstGeom>
        <a:solidFill>
          <a:srgbClr val="ED7D31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Payment &amp; Allocation</a:t>
          </a:r>
        </a:p>
      </dsp:txBody>
      <dsp:txXfrm>
        <a:off x="5696356" y="169"/>
        <a:ext cx="948630" cy="347059"/>
      </dsp:txXfrm>
    </dsp:sp>
    <dsp:sp modelId="{B8158CA7-0AF3-465C-9A61-114073BA4467}">
      <dsp:nvSpPr>
        <dsp:cNvPr id="0" name=""/>
        <dsp:cNvSpPr/>
      </dsp:nvSpPr>
      <dsp:spPr>
        <a:xfrm>
          <a:off x="5592238" y="347229"/>
          <a:ext cx="1052748" cy="2916104"/>
        </a:xfrm>
        <a:prstGeom prst="rect">
          <a:avLst/>
        </a:prstGeom>
        <a:solidFill>
          <a:srgbClr val="ED7D31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ED7D31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Merchant funding summary generated
Member-level allocation file created
Merchant executes ACH payment to broker(s)
Allocation file sent for account-level crediting</a:t>
          </a:r>
        </a:p>
      </dsp:txBody>
      <dsp:txXfrm>
        <a:off x="5592238" y="347229"/>
        <a:ext cx="1052748" cy="2916104"/>
      </dsp:txXfrm>
    </dsp:sp>
    <dsp:sp modelId="{89B8602D-AB32-4941-A07E-ECDFE9CB006A}">
      <dsp:nvSpPr>
        <dsp:cNvPr id="0" name=""/>
        <dsp:cNvSpPr/>
      </dsp:nvSpPr>
      <dsp:spPr>
        <a:xfrm>
          <a:off x="6709748" y="169"/>
          <a:ext cx="1156866" cy="347059"/>
        </a:xfrm>
        <a:prstGeom prst="chevron">
          <a:avLst>
            <a:gd name="adj" fmla="val 30000"/>
          </a:avLst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852" tIns="42852" rIns="42852" bIns="4285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>
              <a:solidFill>
                <a:sysClr val="window" lastClr="FFFFFF"/>
              </a:solidFill>
              <a:latin typeface="Calibri" panose="020F0502020204030204"/>
              <a:ea typeface="+mn-ea"/>
              <a:cs typeface="+mn-cs"/>
            </a:rPr>
            <a:t>Settlement</a:t>
          </a:r>
        </a:p>
      </dsp:txBody>
      <dsp:txXfrm>
        <a:off x="6813866" y="169"/>
        <a:ext cx="948630" cy="347059"/>
      </dsp:txXfrm>
    </dsp:sp>
    <dsp:sp modelId="{BF0DBA5D-BC5C-429A-B4E4-5049F2DEF884}">
      <dsp:nvSpPr>
        <dsp:cNvPr id="0" name=""/>
        <dsp:cNvSpPr/>
      </dsp:nvSpPr>
      <dsp:spPr>
        <a:xfrm>
          <a:off x="6709748" y="347229"/>
          <a:ext cx="1052748" cy="2916104"/>
        </a:xfrm>
        <a:prstGeom prst="rect">
          <a:avLst/>
        </a:prstGeom>
        <a:solidFill>
          <a:srgbClr val="A5A5A5">
            <a:tint val="40000"/>
            <a:alpha val="90000"/>
            <a:hueOff val="0"/>
            <a:satOff val="0"/>
            <a:lumOff val="0"/>
            <a:alphaOff val="0"/>
          </a:srgbClr>
        </a:solidFill>
        <a:ln w="12700" cap="flat" cmpd="sng" algn="ctr">
          <a:solidFill>
            <a:srgbClr val="A5A5A5">
              <a:tint val="40000"/>
              <a:alpha val="9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1" tIns="83191" rIns="83191" bIns="166381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Broker allocates funds to member accounts
Trades settle on T+1
Settlement confirmation returned
Orders marked </a:t>
          </a:r>
          <a:r>
            <a:rPr lang="en-US" sz="900" b="1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Settled</a:t>
          </a:r>
        </a:p>
      </dsp:txBody>
      <dsp:txXfrm>
        <a:off x="6709748" y="347229"/>
        <a:ext cx="1052748" cy="29161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4024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8988E6D8-0388-15D0-79D4-8F5A1F4D55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0B116-6CF5-9C50-282B-CB7B793B2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774FA9-3F79-C56F-FB2F-914E81F5A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77" y="156245"/>
            <a:ext cx="1102571" cy="3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04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CD2A6-D300-BBFD-FB03-27B539917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6D5538B-381F-7BA8-2B57-7D12D65354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1401986"/>
              </p:ext>
            </p:extLst>
          </p:nvPr>
        </p:nvGraphicFramePr>
        <p:xfrm>
          <a:off x="678269" y="887197"/>
          <a:ext cx="7886700" cy="3263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4A02F6F-CEB4-BD59-FE83-0887FB212CEB}"/>
              </a:ext>
            </a:extLst>
          </p:cNvPr>
          <p:cNvSpPr txBox="1"/>
          <p:nvPr/>
        </p:nvSpPr>
        <p:spPr>
          <a:xfrm>
            <a:off x="595423" y="326065"/>
            <a:ext cx="7102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 Investment Process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6C7734-4E81-BCE9-CA92-530B2FB52D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0714" y="4487240"/>
            <a:ext cx="1102571" cy="3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93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5AA7D-7BE0-C68D-527D-B8DDD2B0F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C1A31543-0682-4E82-B8D1-455959960C6A}"/>
              </a:ext>
            </a:extLst>
          </p:cNvPr>
          <p:cNvGraphicFramePr/>
          <p:nvPr/>
        </p:nvGraphicFramePr>
        <p:xfrm>
          <a:off x="678269" y="887197"/>
          <a:ext cx="7886700" cy="3263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B68E82C-A971-57B2-2DA7-28D3D5190A93}"/>
              </a:ext>
            </a:extLst>
          </p:cNvPr>
          <p:cNvSpPr txBox="1"/>
          <p:nvPr/>
        </p:nvSpPr>
        <p:spPr>
          <a:xfrm>
            <a:off x="595423" y="326065"/>
            <a:ext cx="7102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Monthly Sweep Process Pipeline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BC7218-4D00-AA52-9FB6-D5A6A3910C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0714" y="4487240"/>
            <a:ext cx="1102571" cy="3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414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378</Words>
  <Application>Microsoft Office PowerPoint</Application>
  <PresentationFormat>On-screen Show (16:9)</PresentationFormat>
  <Paragraphs>30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StockLoyal Data Flow</dc:title>
  <dc:subject>PptxGenJS Presentation</dc:subject>
  <dc:creator>StockLoyal</dc:creator>
  <cp:lastModifiedBy>Robert Iannone</cp:lastModifiedBy>
  <cp:revision>4</cp:revision>
  <dcterms:created xsi:type="dcterms:W3CDTF">2026-02-02T19:46:19Z</dcterms:created>
  <dcterms:modified xsi:type="dcterms:W3CDTF">2026-02-19T23:09:02Z</dcterms:modified>
</cp:coreProperties>
</file>